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ppt/theme/theme3.xml" ContentType="application/vnd.openxmlformats-officedocument.theme+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firstSlideNum="1" rtl="0" saveSubsetFonts="0" serverZoom="0" showSpecialPlsOnTitleSld="1">
  <p:sldMasterIdLst>
    <p:sldMasterId id="2147483662" r:id="rId1"/>
  </p:sldMasterIdLst>
  <p:notesMasterIdLst>
    <p:notesMasterId r:id="rId2"/>
  </p:notesMasterIdLst>
  <p:sldIdLst>
    <p:sldId id="290" r:id="rId3"/>
    <p:sldId id="292" r:id="rId4"/>
    <p:sldId id="293" r:id="rId5"/>
    <p:sldId id="294" r:id="rId6"/>
    <p:sldId id="295" r:id="rId7"/>
    <p:sldId id="296" r:id="rId8"/>
    <p:sldId id="297" r:id="rId9"/>
    <p:sldId id="298" r:id="rId10"/>
    <p:sldId id="299" r:id="rId11"/>
    <p:sldId id="300" r:id="rId12"/>
    <p:sldId id="301" r:id="rId13"/>
    <p:sldId id="302" r:id="rId14"/>
    <p:sldId id="303" r:id="rId15"/>
    <p:sldId id="304" r:id="rId16"/>
    <p:sldId id="305" r:id="rId17"/>
    <p:sldId id="306" r:id="rId18"/>
    <p:sldId id="307" r:id="rId19"/>
    <p:sldId id="308" r:id="rId20"/>
    <p:sldId id="309" r:id="rId21"/>
    <p:sldId id="310" r:id="rId22"/>
    <p:sldId id="311" r:id="rId23"/>
    <p:sldId id="312" r:id="rId24"/>
    <p:sldId id="314" r:id="rId25"/>
    <p:sldId id="315" r:id="rId26"/>
    <p:sldId id="316" r:id="rId27"/>
    <p:sldId id="317" r:id="rId28"/>
    <p:sldId id="318" r:id="rId29"/>
    <p:sldId id="319" r:id="rId30"/>
    <p:sldId id="320" r:id="rId31"/>
    <p:sldId id="321" r:id="rId32"/>
    <p:sldId id="322" r:id="rId33"/>
  </p:sldIdLst>
  <p:sldSz type="screen4x3" cy="6858000" cx="9144000"/>
  <p:notesSz cx="6858000" cy="9144000"/>
  <p:defaultTextStyle>
    <a:lvl1pPr algn="l" eaLnBrk="0" fontAlgn="base" hangingPunct="0"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0" fontAlgn="base" hangingPunct="0"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0" fontAlgn="base" hangingPunct="0"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0" fontAlgn="base" hangingPunct="0"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0" fontAlgn="base" hangingPunct="0"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lastView="sldThumbnailView">
  <p:normalViewPr showOutlineIcons="1" snapVertSplitter="0" vertBarState="restored" horzBarState="restored" preferSingleView="0">
    <p:restoredLeft sz="15620"/>
    <p:restoredTop sz="94660"/>
  </p:normalViewPr>
  <p:slideViewPr>
    <p:cSldViewPr showGuides="0" snapToGrid="1" snapToObjects="0">
      <p:cViewPr varScale="1">
        <p:scale>
          <a:sx n="80" d="100"/>
          <a:sy n="80" d="100"/>
        </p:scale>
        <p:origin x="1116" y="90"/>
      </p:cViewPr>
      <p:guideLst>
        <p:guide orient="horz" pos="2160"/>
        <p:guide orient="vert" pos="2880"/>
      </p:guideLst>
    </p:cSldViewPr>
  </p:slideViewPr>
  <p:gridSpacing cx="0" cy="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tableStyles" Target="tableStyles.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01" name=""/>
        <p:cNvGrpSpPr/>
        <p:nvPr/>
      </p:nvGrpSpPr>
      <p:grpSpPr>
        <a:xfrm>
          <a:off x="0" y="0"/>
          <a:ext cx="0" cy="0"/>
          <a:chOff x="0" y="0"/>
          <a:chExt cx="0" cy="0"/>
        </a:xfrm>
      </p:grpSpPr>
      <p:sp>
        <p:nvSpPr>
          <p:cNvPr id="1048751" name="Rectangle 2"/>
          <p:cNvSpPr>
            <a:spLocks noGrp="1" noChangeArrowheads="1"/>
          </p:cNvSpPr>
          <p:nvPr>
            <p:ph type="hdr" sz="quarter"/>
          </p:nvPr>
        </p:nvSpPr>
        <p:spPr bwMode="auto">
          <a:xfrm>
            <a:off x="2"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l">
              <a:defRPr sz="1100"/>
            </a:lvl1pPr>
          </a:lstStyle>
          <a:p>
            <a:endParaRPr lang="en-US"/>
          </a:p>
        </p:txBody>
      </p:sp>
      <p:sp>
        <p:nvSpPr>
          <p:cNvPr id="1048752" name="Rectangle 3"/>
          <p:cNvSpPr>
            <a:spLocks noGrp="1" noChangeArrowheads="1"/>
          </p:cNvSpPr>
          <p:nvPr>
            <p:ph type="dt" idx="1"/>
          </p:nvPr>
        </p:nvSpPr>
        <p:spPr bwMode="auto">
          <a:xfrm>
            <a:off x="4021139"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r">
              <a:defRPr sz="1100"/>
            </a:lvl1pPr>
          </a:lstStyle>
          <a:p>
            <a:endParaRPr lang="en-US"/>
          </a:p>
        </p:txBody>
      </p:sp>
      <p:sp>
        <p:nvSpPr>
          <p:cNvPr id="1048753" name="Rectangle 4"/>
          <p:cNvSpPr>
            <a:spLocks noChangeAspect="1" noRot="1" noGrp="1" noChangeArrowheads="1" noTextEdit="1"/>
          </p:cNvSpPr>
          <p:nvPr>
            <p:ph type="sldImg" idx="2"/>
          </p:nvPr>
        </p:nvSpPr>
        <p:spPr bwMode="auto">
          <a:xfrm>
            <a:off x="990600" y="766763"/>
            <a:ext cx="5118100" cy="3838575"/>
          </a:xfrm>
          <a:prstGeom prst="rect"/>
          <a:noFill/>
          <a:ln w="9525">
            <a:solidFill>
              <a:srgbClr val="000000"/>
            </a:solidFill>
            <a:miter lim="800000"/>
            <a:headEnd/>
            <a:tailEnd/>
          </a:ln>
          <a:effectLst/>
        </p:spPr>
      </p:sp>
      <p:sp>
        <p:nvSpPr>
          <p:cNvPr id="1048754" name="Rectangle 5"/>
          <p:cNvSpPr>
            <a:spLocks noGrp="1" noChangeArrowheads="1"/>
          </p:cNvSpPr>
          <p:nvPr>
            <p:ph type="body" sz="quarter" idx="3"/>
          </p:nvPr>
        </p:nvSpPr>
        <p:spPr bwMode="auto">
          <a:xfrm>
            <a:off x="709614" y="4862514"/>
            <a:ext cx="5680075" cy="4605337"/>
          </a:xfrm>
          <a:prstGeom prst="rect"/>
          <a:noFill/>
          <a:ln w="9525">
            <a:noFill/>
            <a:miter lim="800000"/>
            <a:headEnd/>
            <a:tailEnd/>
          </a:ln>
          <a:effectLst/>
        </p:spPr>
        <p:txBody>
          <a:bodyPr anchor="t" anchorCtr="0" bIns="45745" compatLnSpc="1" lIns="91492" numCol="1" rIns="91492" tIns="45745" vert="horz" wrap="square">
            <a:prstTxWarp prst="textNoShape"/>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755" name="Rectangle 6"/>
          <p:cNvSpPr>
            <a:spLocks noGrp="1" noChangeArrowheads="1"/>
          </p:cNvSpPr>
          <p:nvPr>
            <p:ph type="ftr" sz="quarter" idx="4"/>
          </p:nvPr>
        </p:nvSpPr>
        <p:spPr bwMode="auto">
          <a:xfrm>
            <a:off x="2"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l">
              <a:defRPr sz="1100"/>
            </a:lvl1pPr>
          </a:lstStyle>
          <a:p>
            <a:endParaRPr lang="en-US"/>
          </a:p>
        </p:txBody>
      </p:sp>
      <p:sp>
        <p:nvSpPr>
          <p:cNvPr id="1048756" name="Rectangle 7"/>
          <p:cNvSpPr>
            <a:spLocks noGrp="1" noChangeArrowheads="1"/>
          </p:cNvSpPr>
          <p:nvPr>
            <p:ph type="sldNum" sz="quarter" idx="5"/>
          </p:nvPr>
        </p:nvSpPr>
        <p:spPr bwMode="auto">
          <a:xfrm>
            <a:off x="4021139"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r">
              <a:defRPr sz="1100"/>
            </a:lvl1pPr>
          </a:lstStyle>
          <a:p>
            <a:fld id="{A9A0EA98-5831-4853-B862-C702E6EB345C}" type="slidenum">
              <a:rPr lang="en-US"/>
              <a:t>‹#›</a:t>
            </a:fld>
            <a:endParaRPr lang="en-US"/>
          </a:p>
        </p:txBody>
      </p:sp>
    </p:spTree>
  </p:cSld>
  <p:clrMap accent1="accent1" accent2="accent2" accent3="accent3" accent4="accent4" accent5="accent5" accent6="accent6" bg1="lt1" bg2="lt2" tx1="dk1" tx2="dk2" hlink="hlink" folHlink="folHlink"/>
  <p:notesStyle>
    <a:lvl1pPr algn="l" fontAlgn="base" rtl="0">
      <a:spcBef>
        <a:spcPct val="30000"/>
      </a:spcBef>
      <a:spcAft>
        <a:spcPct val="0"/>
      </a:spcAft>
      <a:defRPr sz="1200" kern="1200">
        <a:solidFill>
          <a:schemeClr val="tx1"/>
        </a:solidFill>
        <a:latin typeface="Arial" charset="0"/>
        <a:ea typeface="+mn-ea"/>
        <a:cs typeface="+mn-cs"/>
      </a:defRPr>
    </a:lvl1pPr>
    <a:lvl2pPr algn="l" fontAlgn="base" marL="457200" rtl="0">
      <a:spcBef>
        <a:spcPct val="30000"/>
      </a:spcBef>
      <a:spcAft>
        <a:spcPct val="0"/>
      </a:spcAft>
      <a:defRPr sz="1200" kern="1200">
        <a:solidFill>
          <a:schemeClr val="tx1"/>
        </a:solidFill>
        <a:latin typeface="Arial" charset="0"/>
        <a:ea typeface="+mn-ea"/>
        <a:cs typeface="+mn-cs"/>
      </a:defRPr>
    </a:lvl2pPr>
    <a:lvl3pPr algn="l" fontAlgn="base" marL="914400" rtl="0">
      <a:spcBef>
        <a:spcPct val="30000"/>
      </a:spcBef>
      <a:spcAft>
        <a:spcPct val="0"/>
      </a:spcAft>
      <a:defRPr sz="1200" kern="1200">
        <a:solidFill>
          <a:schemeClr val="tx1"/>
        </a:solidFill>
        <a:latin typeface="Arial" charset="0"/>
        <a:ea typeface="+mn-ea"/>
        <a:cs typeface="+mn-cs"/>
      </a:defRPr>
    </a:lvl3pPr>
    <a:lvl4pPr algn="l" fontAlgn="base" marL="1371600" rtl="0">
      <a:spcBef>
        <a:spcPct val="30000"/>
      </a:spcBef>
      <a:spcAft>
        <a:spcPct val="0"/>
      </a:spcAft>
      <a:defRPr sz="1200" kern="1200">
        <a:solidFill>
          <a:schemeClr val="tx1"/>
        </a:solidFill>
        <a:latin typeface="Arial" charset="0"/>
        <a:ea typeface="+mn-ea"/>
        <a:cs typeface="+mn-cs"/>
      </a:defRPr>
    </a:lvl4pPr>
    <a:lvl5pPr algn="l" fontAlgn="base" marL="1828800" rtl="0">
      <a:spcBef>
        <a:spcPct val="30000"/>
      </a:spcBef>
      <a:spcAft>
        <a:spcPct val="0"/>
      </a:spcAft>
      <a:defRPr sz="1200" kern="1200">
        <a:solidFill>
          <a:schemeClr val="tx1"/>
        </a:solidFill>
        <a:latin typeface="Arial" charset="0"/>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26" name=""/>
        <p:cNvGrpSpPr/>
        <p:nvPr/>
      </p:nvGrpSpPr>
      <p:grpSpPr>
        <a:xfrm>
          <a:off x="0" y="0"/>
          <a:ext cx="0" cy="0"/>
          <a:chOff x="0" y="0"/>
          <a:chExt cx="0" cy="0"/>
        </a:xfrm>
      </p:grpSpPr>
      <p:sp>
        <p:nvSpPr>
          <p:cNvPr id="1048584" name="Title 1"/>
          <p:cNvSpPr>
            <a:spLocks noGrp="1"/>
          </p:cNvSpPr>
          <p:nvPr>
            <p:ph type="ctrTitle"/>
          </p:nvPr>
        </p:nvSpPr>
        <p:spPr>
          <a:xfrm>
            <a:off x="685800" y="2130425"/>
            <a:ext cx="7772400" cy="1470025"/>
          </a:xfrm>
        </p:spPr>
        <p:txBody>
          <a:bodyPr/>
          <a:p>
            <a:r>
              <a:rPr lang="en-US" smtClean="0"/>
              <a:t>Click to edit Master title style</a:t>
            </a:r>
            <a:endParaRPr lang="en-US"/>
          </a:p>
        </p:txBody>
      </p:sp>
      <p:sp>
        <p:nvSpPr>
          <p:cNvPr id="1048585" name="Subtitle 2"/>
          <p:cNvSpPr>
            <a:spLocks noGrp="1"/>
          </p:cNvSpPr>
          <p:nvPr>
            <p:ph type="subTitle" idx="1"/>
          </p:nvPr>
        </p:nvSpPr>
        <p:spPr>
          <a:xfrm>
            <a:off x="1371600" y="3886200"/>
            <a:ext cx="6400800" cy="1752600"/>
          </a:xfrm>
        </p:spPr>
        <p:txBody>
          <a:bodyPr/>
          <a:lstStyle>
            <a:lvl1pPr algn="ctr" indent="0" marL="0">
              <a:buNone/>
            </a:lvl1pPr>
            <a:lvl2pPr algn="ctr" indent="0" marL="457200">
              <a:buNone/>
            </a:lvl2pPr>
            <a:lvl3pPr algn="ctr" indent="0" marL="914400">
              <a:buNone/>
            </a:lvl3pPr>
            <a:lvl4pPr algn="ctr" indent="0" marL="1371600">
              <a:buNone/>
            </a:lvl4pPr>
            <a:lvl5pPr algn="ctr" indent="0" marL="1828800">
              <a:buNone/>
            </a:lvl5pPr>
            <a:lvl6pPr algn="ctr" indent="0" marL="2286000">
              <a:buNone/>
            </a:lvl6pPr>
            <a:lvl7pPr algn="ctr" indent="0" marL="2743200">
              <a:buNone/>
            </a:lvl7pPr>
            <a:lvl8pPr algn="ctr" indent="0" marL="3200400">
              <a:buNone/>
            </a:lvl8pPr>
            <a:lvl9pPr algn="ctr" indent="0" marL="3657600">
              <a:buNone/>
            </a:lvl9pPr>
          </a:lstStyle>
          <a:p>
            <a:r>
              <a:rPr lang="en-US" smtClean="0"/>
              <a:t>Click to edit Master subtitle style</a:t>
            </a:r>
            <a:endParaRPr lang="en-US"/>
          </a:p>
        </p:txBody>
      </p:sp>
      <p:sp>
        <p:nvSpPr>
          <p:cNvPr id="1048578" name="Rectangle 4"/>
          <p:cNvSpPr/>
          <p:nvPr>
            <p:ph type="dt" sz="half" idx="2"/>
          </p:nvPr>
        </p:nvSpPr>
        <p:spPr>
          <a:xfrm rot="0">
            <a:off x="457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eaLnBrk="1" hangingPunct="1" lvl="0"/>
            <a:endParaRPr altLang="en-US" sz="1400" lang="en-GB"/>
          </a:p>
        </p:txBody>
      </p:sp>
      <p:sp>
        <p:nvSpPr>
          <p:cNvPr id="1048580" name="Rectangle 6"/>
          <p:cNvSpPr/>
          <p:nvPr>
            <p:ph type="sldNum" sz="quarter" idx="4"/>
          </p:nvPr>
        </p:nvSpPr>
        <p:spPr>
          <a:xfrm rot="0">
            <a:off x="6553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algn="r" eaLnBrk="1" hangingPunct="1" lvl="0"/>
            <a:fld id="{566ABCEB-ACFC-4714-9973-3DA970169C29}" type="slidenum">
              <a:rPr altLang="en-US" sz="1400" lang="en-GB"/>
              <a:pPr algn="r" eaLnBrk="1" hangingPunct="1" lvl="0"/>
            </a:fld>
            <a:endParaRPr altLang="en-US" sz="1400" lang="en-GB"/>
          </a:p>
        </p:txBody>
      </p:sp>
      <p:sp>
        <p:nvSpPr>
          <p:cNvPr id="1048579" name="Rectangle 5"/>
          <p:cNvSpPr/>
          <p:nvPr>
            <p:ph type="ftr" sz="quarter" idx="3"/>
          </p:nvPr>
        </p:nvSpPr>
        <p:spPr>
          <a:xfrm rot="0">
            <a:off x="3124200" y="6245225"/>
            <a:ext cx="2895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algn="ctr" eaLnBrk="1" hangingPunct="1" lvl="0"/>
            <a:endParaRPr altLang="en-US" sz="1400"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51" name=""/>
        <p:cNvGrpSpPr/>
        <p:nvPr/>
      </p:nvGrpSpPr>
      <p:grpSpPr>
        <a:xfrm>
          <a:off x="0" y="0"/>
          <a:ext cx="0" cy="0"/>
          <a:chOff x="0" y="0"/>
          <a:chExt cx="0" cy="0"/>
        </a:xfrm>
      </p:grpSpPr>
      <p:sp>
        <p:nvSpPr>
          <p:cNvPr id="1048588" name="Title 1"/>
          <p:cNvSpPr>
            <a:spLocks noGrp="1"/>
          </p:cNvSpPr>
          <p:nvPr>
            <p:ph type="title"/>
          </p:nvPr>
        </p:nvSpPr>
        <p:spPr/>
        <p:txBody>
          <a:bodyPr/>
          <a:p>
            <a:r>
              <a:rPr lang="en-US" smtClean="0"/>
              <a:t>Click to edit Master title style</a:t>
            </a:r>
            <a:endParaRPr lang="en-US"/>
          </a:p>
        </p:txBody>
      </p:sp>
      <p:sp>
        <p:nvSpPr>
          <p:cNvPr id="1048589" name="Content Placeholder 2"/>
          <p:cNvSpPr>
            <a:spLocks noGrp="1"/>
          </p:cNvSpPr>
          <p:nvPr>
            <p:ph idx="1"/>
          </p:nvPr>
        </p:nvSpPr>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578" name="Rectangle 4"/>
          <p:cNvSpPr/>
          <p:nvPr>
            <p:ph type="dt" sz="half" idx="2"/>
          </p:nvPr>
        </p:nvSpPr>
        <p:spPr>
          <a:xfrm rot="0">
            <a:off x="457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eaLnBrk="1" hangingPunct="1" lvl="0"/>
            <a:endParaRPr altLang="en-US" sz="1400" lang="en-GB"/>
          </a:p>
        </p:txBody>
      </p:sp>
      <p:sp>
        <p:nvSpPr>
          <p:cNvPr id="1048580" name="Rectangle 6"/>
          <p:cNvSpPr/>
          <p:nvPr>
            <p:ph type="sldNum" sz="quarter" idx="4"/>
          </p:nvPr>
        </p:nvSpPr>
        <p:spPr>
          <a:xfrm rot="0">
            <a:off x="6553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algn="r" eaLnBrk="1" hangingPunct="1" lvl="0"/>
            <a:fld id="{566ABCEB-ACFC-4714-9973-3DA970169C29}" type="slidenum">
              <a:rPr altLang="en-US" sz="1400" lang="en-GB"/>
              <a:pPr algn="r" eaLnBrk="1" hangingPunct="1" lvl="0"/>
            </a:fld>
            <a:endParaRPr altLang="en-US" sz="1400" lang="en-GB"/>
          </a:p>
        </p:txBody>
      </p:sp>
      <p:sp>
        <p:nvSpPr>
          <p:cNvPr id="1048579" name="Rectangle 5"/>
          <p:cNvSpPr/>
          <p:nvPr>
            <p:ph type="ftr" sz="quarter" idx="3"/>
          </p:nvPr>
        </p:nvSpPr>
        <p:spPr>
          <a:xfrm rot="0">
            <a:off x="3124200" y="6245225"/>
            <a:ext cx="2895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algn="ctr" eaLnBrk="1" hangingPunct="1" lvl="0"/>
            <a:endParaRPr altLang="en-US" sz="1400"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90" name=""/>
        <p:cNvGrpSpPr/>
        <p:nvPr/>
      </p:nvGrpSpPr>
      <p:grpSpPr>
        <a:xfrm>
          <a:off x="0" y="0"/>
          <a:ext cx="0" cy="0"/>
          <a:chOff x="0" y="0"/>
          <a:chExt cx="0" cy="0"/>
        </a:xfrm>
      </p:grpSpPr>
      <p:sp>
        <p:nvSpPr>
          <p:cNvPr id="1048728" name="Title 1"/>
          <p:cNvSpPr>
            <a:spLocks noGrp="1"/>
          </p:cNvSpPr>
          <p:nvPr>
            <p:ph type="title"/>
          </p:nvPr>
        </p:nvSpPr>
        <p:spPr>
          <a:xfrm>
            <a:off x="722313" y="4406900"/>
            <a:ext cx="7772400" cy="1362075"/>
          </a:xfrm>
        </p:spPr>
        <p:txBody>
          <a:bodyPr anchor="t"/>
          <a:lstStyle>
            <a:lvl1pPr algn="l">
              <a:defRPr b="1" cap="all" sz="4000"/>
            </a:lvl1pPr>
          </a:lstStyle>
          <a:p>
            <a:r>
              <a:rPr lang="en-US" smtClean="0"/>
              <a:t>Click to edit Master title style</a:t>
            </a:r>
            <a:endParaRPr lang="en-US"/>
          </a:p>
        </p:txBody>
      </p:sp>
      <p:sp>
        <p:nvSpPr>
          <p:cNvPr id="1048729" name="Text Placeholder 2"/>
          <p:cNvSpPr>
            <a:spLocks noGrp="1"/>
          </p:cNvSpPr>
          <p:nvPr>
            <p:ph type="body" idx="1"/>
          </p:nvPr>
        </p:nvSpPr>
        <p:spPr>
          <a:xfrm>
            <a:off x="722313" y="2906713"/>
            <a:ext cx="7772400" cy="1500187"/>
          </a:xfrm>
        </p:spPr>
        <p:txBody>
          <a:bodyPr anchor="b"/>
          <a:lstStyle>
            <a:lvl1pPr indent="0" marL="0">
              <a:buNone/>
              <a:defRPr sz="2000"/>
            </a:lvl1pPr>
            <a:lvl2pPr indent="0" marL="457200">
              <a:buNone/>
              <a:defRPr sz="1800"/>
            </a:lvl2pPr>
            <a:lvl3pPr indent="0" marL="914400">
              <a:buNone/>
              <a:defRPr sz="1600"/>
            </a:lvl3pPr>
            <a:lvl4pPr indent="0" marL="1371600">
              <a:buNone/>
              <a:defRPr sz="1400"/>
            </a:lvl4pPr>
            <a:lvl5pPr indent="0" marL="1828800">
              <a:buNone/>
              <a:defRPr sz="1400"/>
            </a:lvl5pPr>
            <a:lvl6pPr indent="0" marL="2286000">
              <a:buNone/>
              <a:defRPr sz="1400"/>
            </a:lvl6pPr>
            <a:lvl7pPr indent="0" marL="2743200">
              <a:buNone/>
              <a:defRPr sz="1400"/>
            </a:lvl7pPr>
            <a:lvl8pPr indent="0" marL="3200400">
              <a:buNone/>
              <a:defRPr sz="1400"/>
            </a:lvl8pPr>
            <a:lvl9pPr indent="0" marL="3657600">
              <a:buNone/>
              <a:defRPr sz="1400"/>
            </a:lvl9pPr>
          </a:lstStyle>
          <a:p>
            <a:pPr lvl="0"/>
            <a:r>
              <a:rPr lang="en-US" smtClean="0"/>
              <a:t>Click to edit Master text styles</a:t>
            </a:r>
          </a:p>
        </p:txBody>
      </p:sp>
      <p:sp>
        <p:nvSpPr>
          <p:cNvPr id="1048578" name="Rectangle 4"/>
          <p:cNvSpPr/>
          <p:nvPr>
            <p:ph type="dt" sz="half" idx="2"/>
          </p:nvPr>
        </p:nvSpPr>
        <p:spPr>
          <a:xfrm rot="0">
            <a:off x="457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eaLnBrk="1" hangingPunct="1" lvl="0"/>
            <a:endParaRPr altLang="en-US" sz="1400" lang="en-GB"/>
          </a:p>
        </p:txBody>
      </p:sp>
      <p:sp>
        <p:nvSpPr>
          <p:cNvPr id="1048580" name="Rectangle 6"/>
          <p:cNvSpPr/>
          <p:nvPr>
            <p:ph type="sldNum" sz="quarter" idx="4"/>
          </p:nvPr>
        </p:nvSpPr>
        <p:spPr>
          <a:xfrm rot="0">
            <a:off x="6553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algn="r" eaLnBrk="1" hangingPunct="1" lvl="0"/>
            <a:fld id="{566ABCEB-ACFC-4714-9973-3DA970169C29}" type="slidenum">
              <a:rPr altLang="en-US" sz="1400" lang="en-GB"/>
              <a:pPr algn="r" eaLnBrk="1" hangingPunct="1" lvl="0"/>
            </a:fld>
            <a:endParaRPr altLang="en-US" sz="1400" lang="en-GB"/>
          </a:p>
        </p:txBody>
      </p:sp>
      <p:sp>
        <p:nvSpPr>
          <p:cNvPr id="1048579" name="Rectangle 5"/>
          <p:cNvSpPr/>
          <p:nvPr>
            <p:ph type="ftr" sz="quarter" idx="3"/>
          </p:nvPr>
        </p:nvSpPr>
        <p:spPr>
          <a:xfrm rot="0">
            <a:off x="3124200" y="6245225"/>
            <a:ext cx="2895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algn="ctr" eaLnBrk="1" hangingPunct="1" lvl="0"/>
            <a:endParaRPr altLang="en-US" sz="1400"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91" name=""/>
        <p:cNvGrpSpPr/>
        <p:nvPr/>
      </p:nvGrpSpPr>
      <p:grpSpPr>
        <a:xfrm>
          <a:off x="0" y="0"/>
          <a:ext cx="0" cy="0"/>
          <a:chOff x="0" y="0"/>
          <a:chExt cx="0" cy="0"/>
        </a:xfrm>
      </p:grpSpPr>
      <p:sp>
        <p:nvSpPr>
          <p:cNvPr id="1048730" name="Title 1"/>
          <p:cNvSpPr>
            <a:spLocks noGrp="1"/>
          </p:cNvSpPr>
          <p:nvPr>
            <p:ph type="title"/>
          </p:nvPr>
        </p:nvSpPr>
        <p:spPr/>
        <p:txBody>
          <a:bodyPr/>
          <a:p>
            <a:r>
              <a:rPr lang="en-US" smtClean="0"/>
              <a:t>Click to edit Master title style</a:t>
            </a:r>
            <a:endParaRPr lang="en-US"/>
          </a:p>
        </p:txBody>
      </p:sp>
      <p:sp>
        <p:nvSpPr>
          <p:cNvPr id="1048731"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32"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578" name="Rectangle 4"/>
          <p:cNvSpPr/>
          <p:nvPr>
            <p:ph type="dt" sz="half" idx="2"/>
          </p:nvPr>
        </p:nvSpPr>
        <p:spPr>
          <a:xfrm rot="0">
            <a:off x="457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eaLnBrk="1" hangingPunct="1" lvl="0"/>
            <a:endParaRPr altLang="en-US" sz="1400" lang="en-GB"/>
          </a:p>
        </p:txBody>
      </p:sp>
      <p:sp>
        <p:nvSpPr>
          <p:cNvPr id="1048580" name="Rectangle 6"/>
          <p:cNvSpPr/>
          <p:nvPr>
            <p:ph type="sldNum" sz="quarter" idx="4"/>
          </p:nvPr>
        </p:nvSpPr>
        <p:spPr>
          <a:xfrm rot="0">
            <a:off x="6553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algn="r" eaLnBrk="1" hangingPunct="1" lvl="0"/>
            <a:fld id="{566ABCEB-ACFC-4714-9973-3DA970169C29}" type="slidenum">
              <a:rPr altLang="en-US" sz="1400" lang="en-GB"/>
              <a:pPr algn="r" eaLnBrk="1" hangingPunct="1" lvl="0"/>
            </a:fld>
            <a:endParaRPr altLang="en-US" sz="1400" lang="en-GB"/>
          </a:p>
        </p:txBody>
      </p:sp>
      <p:sp>
        <p:nvSpPr>
          <p:cNvPr id="1048579" name="Rectangle 5"/>
          <p:cNvSpPr/>
          <p:nvPr>
            <p:ph type="ftr" sz="quarter" idx="3"/>
          </p:nvPr>
        </p:nvSpPr>
        <p:spPr>
          <a:xfrm rot="0">
            <a:off x="3124200" y="6245225"/>
            <a:ext cx="2895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algn="ctr" eaLnBrk="1" hangingPunct="1" lvl="0"/>
            <a:endParaRPr altLang="en-US" sz="1400"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92" name=""/>
        <p:cNvGrpSpPr/>
        <p:nvPr/>
      </p:nvGrpSpPr>
      <p:grpSpPr>
        <a:xfrm>
          <a:off x="0" y="0"/>
          <a:ext cx="0" cy="0"/>
          <a:chOff x="0" y="0"/>
          <a:chExt cx="0" cy="0"/>
        </a:xfrm>
      </p:grpSpPr>
      <p:sp>
        <p:nvSpPr>
          <p:cNvPr id="1048733" name="Title 1"/>
          <p:cNvSpPr>
            <a:spLocks noGrp="1"/>
          </p:cNvSpPr>
          <p:nvPr>
            <p:ph type="title"/>
          </p:nvPr>
        </p:nvSpPr>
        <p:spPr/>
        <p:txBody>
          <a:bodyPr/>
          <a:p>
            <a:r>
              <a:rPr lang="en-US" smtClean="0"/>
              <a:t>Click to edit Master title style</a:t>
            </a:r>
            <a:endParaRPr lang="en-US"/>
          </a:p>
        </p:txBody>
      </p:sp>
      <p:sp>
        <p:nvSpPr>
          <p:cNvPr id="1048734" name="Text Placeholder 2"/>
          <p:cNvSpPr>
            <a:spLocks noGrp="1"/>
          </p:cNvSpPr>
          <p:nvPr>
            <p:ph type="body" idx="1"/>
          </p:nvPr>
        </p:nvSpPr>
        <p:spPr>
          <a:xfrm>
            <a:off x="457200" y="1535113"/>
            <a:ext cx="4040188" cy="63976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48735"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36" name="Text Placeholder 4"/>
          <p:cNvSpPr>
            <a:spLocks noGrp="1"/>
          </p:cNvSpPr>
          <p:nvPr>
            <p:ph type="body" sz="quarter" idx="3"/>
          </p:nvPr>
        </p:nvSpPr>
        <p:spPr>
          <a:xfrm>
            <a:off x="4645025" y="1535113"/>
            <a:ext cx="4041775" cy="63976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48737"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578" name="Rectangle 4"/>
          <p:cNvSpPr/>
          <p:nvPr>
            <p:ph type="dt" sz="half" idx="2"/>
          </p:nvPr>
        </p:nvSpPr>
        <p:spPr>
          <a:xfrm rot="0">
            <a:off x="457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eaLnBrk="1" hangingPunct="1" lvl="0"/>
            <a:endParaRPr altLang="en-US" sz="1400" lang="en-GB"/>
          </a:p>
        </p:txBody>
      </p:sp>
      <p:sp>
        <p:nvSpPr>
          <p:cNvPr id="1048580" name="Rectangle 6"/>
          <p:cNvSpPr/>
          <p:nvPr>
            <p:ph type="sldNum" sz="quarter" idx="4"/>
          </p:nvPr>
        </p:nvSpPr>
        <p:spPr>
          <a:xfrm rot="0">
            <a:off x="6553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algn="r" eaLnBrk="1" hangingPunct="1" lvl="0"/>
            <a:fld id="{566ABCEB-ACFC-4714-9973-3DA970169C29}" type="slidenum">
              <a:rPr altLang="en-US" sz="1400" lang="en-GB"/>
              <a:pPr algn="r" eaLnBrk="1" hangingPunct="1" lvl="0"/>
            </a:fld>
            <a:endParaRPr altLang="en-US" sz="1400" lang="en-GB"/>
          </a:p>
        </p:txBody>
      </p:sp>
      <p:sp>
        <p:nvSpPr>
          <p:cNvPr id="1048579" name="Rectangle 5"/>
          <p:cNvSpPr/>
          <p:nvPr>
            <p:ph type="ftr" sz="quarter" idx="3"/>
          </p:nvPr>
        </p:nvSpPr>
        <p:spPr>
          <a:xfrm rot="0">
            <a:off x="3124200" y="6245225"/>
            <a:ext cx="2895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algn="ctr" eaLnBrk="1" hangingPunct="1" lvl="0"/>
            <a:endParaRPr altLang="en-US" sz="1400"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93" name=""/>
        <p:cNvGrpSpPr/>
        <p:nvPr/>
      </p:nvGrpSpPr>
      <p:grpSpPr>
        <a:xfrm>
          <a:off x="0" y="0"/>
          <a:ext cx="0" cy="0"/>
          <a:chOff x="0" y="0"/>
          <a:chExt cx="0" cy="0"/>
        </a:xfrm>
      </p:grpSpPr>
      <p:sp>
        <p:nvSpPr>
          <p:cNvPr id="1048738" name="Title 1"/>
          <p:cNvSpPr>
            <a:spLocks noGrp="1"/>
          </p:cNvSpPr>
          <p:nvPr>
            <p:ph type="title"/>
          </p:nvPr>
        </p:nvSpPr>
        <p:spPr/>
        <p:txBody>
          <a:bodyPr/>
          <a:p>
            <a:r>
              <a:rPr lang="en-US" smtClean="0"/>
              <a:t>Click to edit Master title style</a:t>
            </a:r>
            <a:endParaRPr lang="en-US"/>
          </a:p>
        </p:txBody>
      </p:sp>
      <p:sp>
        <p:nvSpPr>
          <p:cNvPr id="1048578" name="Rectangle 4"/>
          <p:cNvSpPr/>
          <p:nvPr>
            <p:ph type="dt" sz="half" idx="2"/>
          </p:nvPr>
        </p:nvSpPr>
        <p:spPr>
          <a:xfrm rot="0">
            <a:off x="457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eaLnBrk="1" hangingPunct="1" lvl="0"/>
            <a:endParaRPr altLang="en-US" sz="1400" lang="en-GB"/>
          </a:p>
        </p:txBody>
      </p:sp>
      <p:sp>
        <p:nvSpPr>
          <p:cNvPr id="1048580" name="Rectangle 6"/>
          <p:cNvSpPr/>
          <p:nvPr>
            <p:ph type="sldNum" sz="quarter" idx="4"/>
          </p:nvPr>
        </p:nvSpPr>
        <p:spPr>
          <a:xfrm rot="0">
            <a:off x="6553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algn="r" eaLnBrk="1" hangingPunct="1" lvl="0"/>
            <a:fld id="{566ABCEB-ACFC-4714-9973-3DA970169C29}" type="slidenum">
              <a:rPr altLang="en-US" sz="1400" lang="en-GB"/>
              <a:pPr algn="r" eaLnBrk="1" hangingPunct="1" lvl="0"/>
            </a:fld>
            <a:endParaRPr altLang="en-US" sz="1400" lang="en-GB"/>
          </a:p>
        </p:txBody>
      </p:sp>
      <p:sp>
        <p:nvSpPr>
          <p:cNvPr id="1048579" name="Rectangle 5"/>
          <p:cNvSpPr/>
          <p:nvPr>
            <p:ph type="ftr" sz="quarter" idx="3"/>
          </p:nvPr>
        </p:nvSpPr>
        <p:spPr>
          <a:xfrm rot="0">
            <a:off x="3124200" y="6245225"/>
            <a:ext cx="2895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algn="ctr" eaLnBrk="1" hangingPunct="1" lvl="0"/>
            <a:endParaRPr altLang="en-US" sz="1400"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94" name=""/>
        <p:cNvGrpSpPr/>
        <p:nvPr/>
      </p:nvGrpSpPr>
      <p:grpSpPr>
        <a:xfrm>
          <a:off x="0" y="0"/>
          <a:ext cx="0" cy="0"/>
          <a:chOff x="0" y="0"/>
          <a:chExt cx="0" cy="0"/>
        </a:xfrm>
      </p:grpSpPr>
      <p:sp>
        <p:nvSpPr>
          <p:cNvPr id="1048578" name="Rectangle 4"/>
          <p:cNvSpPr/>
          <p:nvPr>
            <p:ph type="dt" sz="half" idx="2"/>
          </p:nvPr>
        </p:nvSpPr>
        <p:spPr>
          <a:xfrm rot="0">
            <a:off x="457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eaLnBrk="1" hangingPunct="1" lvl="0"/>
            <a:endParaRPr altLang="en-US" sz="1400" lang="en-GB"/>
          </a:p>
        </p:txBody>
      </p:sp>
      <p:sp>
        <p:nvSpPr>
          <p:cNvPr id="1048580" name="Rectangle 6"/>
          <p:cNvSpPr/>
          <p:nvPr>
            <p:ph type="sldNum" sz="quarter" idx="4"/>
          </p:nvPr>
        </p:nvSpPr>
        <p:spPr>
          <a:xfrm rot="0">
            <a:off x="6553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algn="r" eaLnBrk="1" hangingPunct="1" lvl="0"/>
            <a:fld id="{566ABCEB-ACFC-4714-9973-3DA970169C29}" type="slidenum">
              <a:rPr altLang="en-US" sz="1400" lang="en-GB"/>
              <a:pPr algn="r" eaLnBrk="1" hangingPunct="1" lvl="0"/>
            </a:fld>
            <a:endParaRPr altLang="en-US" sz="1400" lang="en-GB"/>
          </a:p>
        </p:txBody>
      </p:sp>
      <p:sp>
        <p:nvSpPr>
          <p:cNvPr id="1048579" name="Rectangle 5"/>
          <p:cNvSpPr/>
          <p:nvPr>
            <p:ph type="ftr" sz="quarter" idx="3"/>
          </p:nvPr>
        </p:nvSpPr>
        <p:spPr>
          <a:xfrm rot="0">
            <a:off x="3124200" y="6245225"/>
            <a:ext cx="2895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algn="ctr" eaLnBrk="1" hangingPunct="1" lvl="0"/>
            <a:endParaRPr altLang="en-US" sz="1400"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95" name=""/>
        <p:cNvGrpSpPr/>
        <p:nvPr/>
      </p:nvGrpSpPr>
      <p:grpSpPr>
        <a:xfrm>
          <a:off x="0" y="0"/>
          <a:ext cx="0" cy="0"/>
          <a:chOff x="0" y="0"/>
          <a:chExt cx="0" cy="0"/>
        </a:xfrm>
      </p:grpSpPr>
      <p:sp>
        <p:nvSpPr>
          <p:cNvPr id="1048739" name="Title 1"/>
          <p:cNvSpPr>
            <a:spLocks noGrp="1"/>
          </p:cNvSpPr>
          <p:nvPr>
            <p:ph type="title"/>
          </p:nvPr>
        </p:nvSpPr>
        <p:spPr>
          <a:xfrm>
            <a:off x="457200" y="273050"/>
            <a:ext cx="3008313" cy="1162050"/>
          </a:xfrm>
        </p:spPr>
        <p:txBody>
          <a:bodyPr anchor="b"/>
          <a:lstStyle>
            <a:lvl1pPr algn="l">
              <a:defRPr b="1" sz="2000"/>
            </a:lvl1pPr>
          </a:lstStyle>
          <a:p>
            <a:r>
              <a:rPr lang="en-US" smtClean="0"/>
              <a:t>Click to edit Master title style</a:t>
            </a:r>
            <a:endParaRPr lang="en-US"/>
          </a:p>
        </p:txBody>
      </p:sp>
      <p:sp>
        <p:nvSpPr>
          <p:cNvPr id="1048740"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41" name="Text Placeholder 3"/>
          <p:cNvSpPr>
            <a:spLocks noGrp="1"/>
          </p:cNvSpPr>
          <p:nvPr>
            <p:ph type="body" sz="half" idx="2"/>
          </p:nvPr>
        </p:nvSpPr>
        <p:spPr>
          <a:xfrm>
            <a:off x="457200" y="1435100"/>
            <a:ext cx="3008313" cy="4691063"/>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1048578" name="Rectangle 4"/>
          <p:cNvSpPr/>
          <p:nvPr>
            <p:ph type="dt" sz="half" idx="2"/>
          </p:nvPr>
        </p:nvSpPr>
        <p:spPr>
          <a:xfrm rot="0">
            <a:off x="457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eaLnBrk="1" hangingPunct="1" lvl="0"/>
            <a:endParaRPr altLang="en-US" sz="1400" lang="en-GB"/>
          </a:p>
        </p:txBody>
      </p:sp>
      <p:sp>
        <p:nvSpPr>
          <p:cNvPr id="1048580" name="Rectangle 6"/>
          <p:cNvSpPr/>
          <p:nvPr>
            <p:ph type="sldNum" sz="quarter" idx="4"/>
          </p:nvPr>
        </p:nvSpPr>
        <p:spPr>
          <a:xfrm rot="0">
            <a:off x="6553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algn="r" eaLnBrk="1" hangingPunct="1" lvl="0"/>
            <a:fld id="{566ABCEB-ACFC-4714-9973-3DA970169C29}" type="slidenum">
              <a:rPr altLang="en-US" sz="1400" lang="en-GB"/>
              <a:pPr algn="r" eaLnBrk="1" hangingPunct="1" lvl="0"/>
            </a:fld>
            <a:endParaRPr altLang="en-US" sz="1400" lang="en-GB"/>
          </a:p>
        </p:txBody>
      </p:sp>
      <p:sp>
        <p:nvSpPr>
          <p:cNvPr id="1048579" name="Rectangle 5"/>
          <p:cNvSpPr/>
          <p:nvPr>
            <p:ph type="ftr" sz="quarter" idx="3"/>
          </p:nvPr>
        </p:nvSpPr>
        <p:spPr>
          <a:xfrm rot="0">
            <a:off x="3124200" y="6245225"/>
            <a:ext cx="2895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algn="ctr" eaLnBrk="1" hangingPunct="1" lvl="0"/>
            <a:endParaRPr altLang="en-US" sz="1400"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96" name=""/>
        <p:cNvGrpSpPr/>
        <p:nvPr/>
      </p:nvGrpSpPr>
      <p:grpSpPr>
        <a:xfrm>
          <a:off x="0" y="0"/>
          <a:ext cx="0" cy="0"/>
          <a:chOff x="0" y="0"/>
          <a:chExt cx="0" cy="0"/>
        </a:xfrm>
      </p:grpSpPr>
      <p:sp>
        <p:nvSpPr>
          <p:cNvPr id="1048742" name="Title 1"/>
          <p:cNvSpPr>
            <a:spLocks noGrp="1"/>
          </p:cNvSpPr>
          <p:nvPr>
            <p:ph type="title"/>
          </p:nvPr>
        </p:nvSpPr>
        <p:spPr>
          <a:xfrm>
            <a:off x="1792288" y="4800600"/>
            <a:ext cx="5486400" cy="566738"/>
          </a:xfrm>
        </p:spPr>
        <p:txBody>
          <a:bodyPr anchor="b"/>
          <a:lstStyle>
            <a:lvl1pPr algn="l">
              <a:defRPr b="1" sz="2000"/>
            </a:lvl1pPr>
          </a:lstStyle>
          <a:p>
            <a:r>
              <a:rPr lang="en-US" smtClean="0"/>
              <a:t>Click to edit Master title style</a:t>
            </a:r>
            <a:endParaRPr lang="en-US"/>
          </a:p>
        </p:txBody>
      </p:sp>
      <p:sp>
        <p:nvSpPr>
          <p:cNvPr id="1048743" name="Picture Placeholder 2"/>
          <p:cNvSpPr>
            <a:spLocks noGrp="1"/>
          </p:cNvSpPr>
          <p:nvPr>
            <p:ph type="pic" idx="1"/>
          </p:nvPr>
        </p:nvSpPr>
        <p:spPr>
          <a:xfrm>
            <a:off x="1792288" y="612775"/>
            <a:ext cx="5486400" cy="4114800"/>
          </a:xfrm>
        </p:spPr>
        <p:txBody>
          <a:bodyPr anchor="t" anchorCtr="0" bIns="45720" compatLnSpc="1" lIns="91440" numCol="1" rIns="91440" tIns="45720" vert="horz" wrap="square">
            <a:prstTxWarp prst="textNoShape"/>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pPr algn="l" defTabSz="914400" eaLnBrk="0" fontAlgn="base" hangingPunct="0" indent="0" latinLnBrk="0" lvl="0" marL="0" marR="0" rtl="0">
              <a:lnSpc>
                <a:spcPct val="100000"/>
              </a:lnSpc>
              <a:spcBef>
                <a:spcPct val="20000"/>
              </a:spcBef>
              <a:spcAft>
                <a:spcPct val="0"/>
              </a:spcAft>
              <a:buClrTx/>
              <a:buSzTx/>
              <a:buFontTx/>
              <a:buNone/>
            </a:pPr>
            <a:endParaRPr baseline="0" b="0" cap="none" sz="3200" i="0" kern="0" kumimoji="0" lang="en-US" noProof="0" normalizeH="0" spc="0" strike="noStrike" u="none" smtClean="0">
              <a:ln>
                <a:noFill/>
              </a:ln>
              <a:solidFill>
                <a:schemeClr val="tx1"/>
              </a:solidFill>
              <a:effectLst/>
              <a:uLnTx/>
              <a:uFillTx/>
              <a:latin typeface="+mn-lt"/>
              <a:ea typeface="+mn-ea"/>
              <a:cs typeface="+mn-cs"/>
            </a:endParaRPr>
          </a:p>
        </p:txBody>
      </p:sp>
      <p:sp>
        <p:nvSpPr>
          <p:cNvPr id="1048744" name="Text Placeholder 3"/>
          <p:cNvSpPr>
            <a:spLocks noGrp="1"/>
          </p:cNvSpPr>
          <p:nvPr>
            <p:ph type="body" sz="half" idx="2"/>
          </p:nvPr>
        </p:nvSpPr>
        <p:spPr>
          <a:xfrm>
            <a:off x="1792288" y="5367338"/>
            <a:ext cx="5486400" cy="804862"/>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1048578" name="Rectangle 4"/>
          <p:cNvSpPr/>
          <p:nvPr>
            <p:ph type="dt" sz="half" idx="2"/>
          </p:nvPr>
        </p:nvSpPr>
        <p:spPr>
          <a:xfrm rot="0">
            <a:off x="457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eaLnBrk="1" hangingPunct="1" lvl="0"/>
            <a:endParaRPr altLang="en-US" sz="1400" lang="en-GB"/>
          </a:p>
        </p:txBody>
      </p:sp>
      <p:sp>
        <p:nvSpPr>
          <p:cNvPr id="1048580" name="Rectangle 6"/>
          <p:cNvSpPr/>
          <p:nvPr>
            <p:ph type="sldNum" sz="quarter" idx="4"/>
          </p:nvPr>
        </p:nvSpPr>
        <p:spPr>
          <a:xfrm rot="0">
            <a:off x="6553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algn="r" eaLnBrk="1" hangingPunct="1" lvl="0"/>
            <a:fld id="{566ABCEB-ACFC-4714-9973-3DA970169C29}" type="slidenum">
              <a:rPr altLang="en-US" sz="1400" lang="en-GB"/>
              <a:pPr algn="r" eaLnBrk="1" hangingPunct="1" lvl="0"/>
            </a:fld>
            <a:endParaRPr altLang="en-US" sz="1400" lang="en-GB"/>
          </a:p>
        </p:txBody>
      </p:sp>
      <p:sp>
        <p:nvSpPr>
          <p:cNvPr id="1048579" name="Rectangle 5"/>
          <p:cNvSpPr/>
          <p:nvPr>
            <p:ph type="ftr" sz="quarter" idx="3"/>
          </p:nvPr>
        </p:nvSpPr>
        <p:spPr>
          <a:xfrm rot="0">
            <a:off x="3124200" y="6245225"/>
            <a:ext cx="2895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algn="ctr" eaLnBrk="1" hangingPunct="1" lvl="0"/>
            <a:endParaRPr altLang="en-US" sz="1400"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97" name=""/>
        <p:cNvGrpSpPr/>
        <p:nvPr/>
      </p:nvGrpSpPr>
      <p:grpSpPr>
        <a:xfrm>
          <a:off x="0" y="0"/>
          <a:ext cx="0" cy="0"/>
          <a:chOff x="0" y="0"/>
          <a:chExt cx="0" cy="0"/>
        </a:xfrm>
      </p:grpSpPr>
      <p:sp>
        <p:nvSpPr>
          <p:cNvPr id="1048745" name="Title 1"/>
          <p:cNvSpPr>
            <a:spLocks noGrp="1"/>
          </p:cNvSpPr>
          <p:nvPr>
            <p:ph type="title"/>
          </p:nvPr>
        </p:nvSpPr>
        <p:spPr/>
        <p:txBody>
          <a:bodyPr/>
          <a:p>
            <a:r>
              <a:rPr lang="en-US" smtClean="0"/>
              <a:t>Click to edit Master title style</a:t>
            </a:r>
            <a:endParaRPr lang="en-US"/>
          </a:p>
        </p:txBody>
      </p:sp>
      <p:sp>
        <p:nvSpPr>
          <p:cNvPr id="1048746" name="Vertical Text Placeholder 2"/>
          <p:cNvSpPr>
            <a:spLocks noGrp="1"/>
          </p:cNvSpPr>
          <p:nvPr>
            <p:ph type="body" orient="vert" idx="1"/>
          </p:nvPr>
        </p:nvSpPr>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578" name="Rectangle 4"/>
          <p:cNvSpPr/>
          <p:nvPr>
            <p:ph type="dt" sz="half" idx="2"/>
          </p:nvPr>
        </p:nvSpPr>
        <p:spPr>
          <a:xfrm rot="0">
            <a:off x="457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eaLnBrk="1" hangingPunct="1" lvl="0"/>
            <a:endParaRPr altLang="en-US" sz="1400" lang="en-GB"/>
          </a:p>
        </p:txBody>
      </p:sp>
      <p:sp>
        <p:nvSpPr>
          <p:cNvPr id="1048580" name="Rectangle 6"/>
          <p:cNvSpPr/>
          <p:nvPr>
            <p:ph type="sldNum" sz="quarter" idx="4"/>
          </p:nvPr>
        </p:nvSpPr>
        <p:spPr>
          <a:xfrm rot="0">
            <a:off x="6553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algn="r" eaLnBrk="1" hangingPunct="1" lvl="0"/>
            <a:fld id="{566ABCEB-ACFC-4714-9973-3DA970169C29}" type="slidenum">
              <a:rPr altLang="en-US" sz="1400" lang="en-GB"/>
              <a:pPr algn="r" eaLnBrk="1" hangingPunct="1" lvl="0"/>
            </a:fld>
            <a:endParaRPr altLang="en-US" sz="1400" lang="en-GB"/>
          </a:p>
        </p:txBody>
      </p:sp>
      <p:sp>
        <p:nvSpPr>
          <p:cNvPr id="1048579" name="Rectangle 5"/>
          <p:cNvSpPr/>
          <p:nvPr>
            <p:ph type="ftr" sz="quarter" idx="3"/>
          </p:nvPr>
        </p:nvSpPr>
        <p:spPr>
          <a:xfrm rot="0">
            <a:off x="3124200" y="6245225"/>
            <a:ext cx="2895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algn="ctr" eaLnBrk="1" hangingPunct="1" lvl="0"/>
            <a:endParaRPr altLang="en-US" sz="1400"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98" name=""/>
        <p:cNvGrpSpPr/>
        <p:nvPr/>
      </p:nvGrpSpPr>
      <p:grpSpPr>
        <a:xfrm>
          <a:off x="0" y="0"/>
          <a:ext cx="0" cy="0"/>
          <a:chOff x="0" y="0"/>
          <a:chExt cx="0" cy="0"/>
        </a:xfrm>
      </p:grpSpPr>
      <p:sp>
        <p:nvSpPr>
          <p:cNvPr id="1048747" name="Vertical Title 1"/>
          <p:cNvSpPr>
            <a:spLocks noGrp="1"/>
          </p:cNvSpPr>
          <p:nvPr>
            <p:ph type="title" orient="vert"/>
          </p:nvPr>
        </p:nvSpPr>
        <p:spPr>
          <a:xfrm>
            <a:off x="6629400" y="274638"/>
            <a:ext cx="2057400" cy="5851525"/>
          </a:xfrm>
        </p:spPr>
        <p:txBody>
          <a:bodyPr vert="eaVert"/>
          <a:p>
            <a:r>
              <a:rPr lang="en-US" smtClean="0"/>
              <a:t>Click to edit Master title style</a:t>
            </a:r>
            <a:endParaRPr lang="en-US"/>
          </a:p>
        </p:txBody>
      </p:sp>
      <p:sp>
        <p:nvSpPr>
          <p:cNvPr id="1048748" name="Vertical Text Placeholder 2"/>
          <p:cNvSpPr>
            <a:spLocks noGrp="1"/>
          </p:cNvSpPr>
          <p:nvPr>
            <p:ph type="body" orient="vert" idx="1"/>
          </p:nvPr>
        </p:nvSpPr>
        <p:spPr>
          <a:xfrm>
            <a:off x="457200" y="274638"/>
            <a:ext cx="6019800" cy="5851525"/>
          </a:xfrm>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578" name="Rectangle 4"/>
          <p:cNvSpPr/>
          <p:nvPr>
            <p:ph type="dt" sz="half" idx="2"/>
          </p:nvPr>
        </p:nvSpPr>
        <p:spPr>
          <a:xfrm rot="0">
            <a:off x="457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eaLnBrk="1" hangingPunct="1" lvl="0"/>
            <a:endParaRPr altLang="en-US" sz="1400" lang="en-GB"/>
          </a:p>
        </p:txBody>
      </p:sp>
      <p:sp>
        <p:nvSpPr>
          <p:cNvPr id="1048580" name="Rectangle 6"/>
          <p:cNvSpPr/>
          <p:nvPr>
            <p:ph type="sldNum" sz="quarter" idx="4"/>
          </p:nvPr>
        </p:nvSpPr>
        <p:spPr>
          <a:xfrm rot="0">
            <a:off x="6553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algn="r" eaLnBrk="1" hangingPunct="1" lvl="0"/>
            <a:fld id="{566ABCEB-ACFC-4714-9973-3DA970169C29}" type="slidenum">
              <a:rPr altLang="en-US" sz="1400" lang="en-GB"/>
              <a:pPr algn="r" eaLnBrk="1" hangingPunct="1" lvl="0"/>
            </a:fld>
            <a:endParaRPr altLang="en-US" sz="1400" lang="en-GB"/>
          </a:p>
        </p:txBody>
      </p:sp>
      <p:sp>
        <p:nvSpPr>
          <p:cNvPr id="1048579" name="Rectangle 5"/>
          <p:cNvSpPr/>
          <p:nvPr>
            <p:ph type="ftr" sz="quarter" idx="3"/>
          </p:nvPr>
        </p:nvSpPr>
        <p:spPr>
          <a:xfrm rot="0">
            <a:off x="3124200" y="6245225"/>
            <a:ext cx="2895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algn="ctr" eaLnBrk="1" hangingPunct="1" lvl="0"/>
            <a:endParaRPr altLang="en-US" sz="1400"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type="tbl">
  <p:cSld name="Title and Table">
    <p:spTree>
      <p:nvGrpSpPr>
        <p:cNvPr id="99" name=""/>
        <p:cNvGrpSpPr/>
        <p:nvPr/>
      </p:nvGrpSpPr>
      <p:grpSpPr>
        <a:xfrm>
          <a:off x="0" y="0"/>
          <a:ext cx="0" cy="0"/>
          <a:chOff x="0" y="0"/>
          <a:chExt cx="0" cy="0"/>
        </a:xfrm>
      </p:grpSpPr>
      <p:sp>
        <p:nvSpPr>
          <p:cNvPr id="1048749" name="Title 1"/>
          <p:cNvSpPr>
            <a:spLocks noGrp="1"/>
          </p:cNvSpPr>
          <p:nvPr>
            <p:ph type="title"/>
          </p:nvPr>
        </p:nvSpPr>
        <p:spPr>
          <a:xfrm>
            <a:off x="457200" y="274638"/>
            <a:ext cx="8229600" cy="1143000"/>
          </a:xfrm>
        </p:spPr>
        <p:txBody>
          <a:bodyPr/>
          <a:p>
            <a:r>
              <a:rPr lang="en-US" smtClean="0"/>
              <a:t>Click to edit Master title style</a:t>
            </a:r>
            <a:endParaRPr lang="en-US"/>
          </a:p>
        </p:txBody>
      </p:sp>
      <p:sp>
        <p:nvSpPr>
          <p:cNvPr id="1048750" name="Table Placeholder 2"/>
          <p:cNvSpPr>
            <a:spLocks noGrp="1"/>
          </p:cNvSpPr>
          <p:nvPr>
            <p:ph type="tbl" idx="1"/>
          </p:nvPr>
        </p:nvSpPr>
        <p:spPr>
          <a:xfrm>
            <a:off x="457200" y="1600200"/>
            <a:ext cx="8229600" cy="4525963"/>
          </a:xfrm>
        </p:spPr>
        <p:txBody>
          <a:bodyPr anchor="t" anchorCtr="0" bIns="45720" compatLnSpc="1" lIns="91440" numCol="1" rIns="91440" tIns="45720" vert="horz" wrap="square">
            <a:prstTxWarp prst="textNoShape"/>
          </a:bodyPr>
          <a:p>
            <a:pPr algn="l" defTabSz="914400" eaLnBrk="0" fontAlgn="base" hangingPunct="0" indent="-342900" latinLnBrk="0" lvl="0" marL="342900" marR="0" rtl="0">
              <a:lnSpc>
                <a:spcPct val="100000"/>
              </a:lnSpc>
              <a:spcBef>
                <a:spcPct val="20000"/>
              </a:spcBef>
              <a:spcAft>
                <a:spcPct val="0"/>
              </a:spcAft>
              <a:buClrTx/>
              <a:buSzTx/>
              <a:buFontTx/>
              <a:buChar char="•"/>
            </a:pPr>
            <a:endParaRPr baseline="0" b="0" cap="none" sz="3200" i="0" kern="0" kumimoji="0" lang="en-US" noProof="0" normalizeH="0" spc="0" strike="noStrike" u="none" smtClean="0">
              <a:ln>
                <a:noFill/>
              </a:ln>
              <a:solidFill>
                <a:schemeClr val="tx1"/>
              </a:solidFill>
              <a:effectLst/>
              <a:uLnTx/>
              <a:uFillTx/>
              <a:latin typeface="+mn-lt"/>
              <a:ea typeface="+mn-ea"/>
              <a:cs typeface="+mn-cs"/>
            </a:endParaRPr>
          </a:p>
        </p:txBody>
      </p:sp>
      <p:sp>
        <p:nvSpPr>
          <p:cNvPr id="1048578" name="Rectangle 4"/>
          <p:cNvSpPr/>
          <p:nvPr>
            <p:ph type="dt" sz="half" idx="2"/>
          </p:nvPr>
        </p:nvSpPr>
        <p:spPr>
          <a:xfrm rot="0">
            <a:off x="457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eaLnBrk="1" hangingPunct="1" lvl="0"/>
            <a:endParaRPr altLang="en-US" sz="1400" lang="en-GB"/>
          </a:p>
        </p:txBody>
      </p:sp>
      <p:sp>
        <p:nvSpPr>
          <p:cNvPr id="1048580" name="Rectangle 6"/>
          <p:cNvSpPr/>
          <p:nvPr>
            <p:ph type="sldNum" sz="quarter" idx="4"/>
          </p:nvPr>
        </p:nvSpPr>
        <p:spPr>
          <a:xfrm rot="0">
            <a:off x="6553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algn="r" eaLnBrk="1" hangingPunct="1" lvl="0"/>
            <a:fld id="{566ABCEB-ACFC-4714-9973-3DA970169C29}" type="slidenum">
              <a:rPr altLang="en-US" sz="1400" lang="en-GB"/>
              <a:pPr algn="r" eaLnBrk="1" hangingPunct="1" lvl="0"/>
            </a:fld>
            <a:endParaRPr altLang="en-US" sz="1400" lang="en-GB"/>
          </a:p>
        </p:txBody>
      </p:sp>
      <p:sp>
        <p:nvSpPr>
          <p:cNvPr id="1048579" name="Rectangle 5"/>
          <p:cNvSpPr/>
          <p:nvPr>
            <p:ph type="ftr" sz="quarter" idx="3"/>
          </p:nvPr>
        </p:nvSpPr>
        <p:spPr>
          <a:xfrm rot="0">
            <a:off x="3124200" y="6245225"/>
            <a:ext cx="2895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algn="ctr" eaLnBrk="1" hangingPunct="1" lvl="0"/>
            <a:endParaRPr altLang="en-US" sz="1400"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type="dgm">
  <p:cSld name="Title and Diagram or Organization Chart">
    <p:spTree>
      <p:nvGrpSpPr>
        <p:cNvPr id="60" name=""/>
        <p:cNvGrpSpPr/>
        <p:nvPr/>
      </p:nvGrpSpPr>
      <p:grpSpPr>
        <a:xfrm>
          <a:off x="0" y="0"/>
          <a:ext cx="0" cy="0"/>
          <a:chOff x="0" y="0"/>
          <a:chExt cx="0" cy="0"/>
        </a:xfrm>
      </p:grpSpPr>
      <p:sp>
        <p:nvSpPr>
          <p:cNvPr id="1048603" name="Title 1"/>
          <p:cNvSpPr>
            <a:spLocks noGrp="1"/>
          </p:cNvSpPr>
          <p:nvPr>
            <p:ph type="title"/>
          </p:nvPr>
        </p:nvSpPr>
        <p:spPr>
          <a:xfrm>
            <a:off x="457200" y="274638"/>
            <a:ext cx="8229600" cy="1143000"/>
          </a:xfrm>
        </p:spPr>
        <p:txBody>
          <a:bodyPr/>
          <a:p>
            <a:r>
              <a:rPr lang="en-US" smtClean="0"/>
              <a:t>Click to edit Master title style</a:t>
            </a:r>
            <a:endParaRPr lang="en-US"/>
          </a:p>
        </p:txBody>
      </p:sp>
      <p:sp>
        <p:nvSpPr>
          <p:cNvPr id="1048604" name="SmartArt Placeholder 2"/>
          <p:cNvSpPr>
            <a:spLocks noGrp="1"/>
          </p:cNvSpPr>
          <p:nvPr>
            <p:ph type="dgm" idx="1"/>
          </p:nvPr>
        </p:nvSpPr>
        <p:spPr>
          <a:xfrm>
            <a:off x="457200" y="1600200"/>
            <a:ext cx="8229600" cy="4525963"/>
          </a:xfrm>
        </p:spPr>
        <p:txBody>
          <a:bodyPr anchor="t" anchorCtr="0" bIns="45720" compatLnSpc="1" lIns="91440" numCol="1" rIns="91440" tIns="45720" vert="horz" wrap="square">
            <a:prstTxWarp prst="textNoShape"/>
          </a:bodyPr>
          <a:p>
            <a:pPr algn="l" defTabSz="914400" eaLnBrk="0" fontAlgn="base" hangingPunct="0" indent="-342900" latinLnBrk="0" lvl="0" marL="342900" marR="0" rtl="0">
              <a:lnSpc>
                <a:spcPct val="100000"/>
              </a:lnSpc>
              <a:spcBef>
                <a:spcPct val="20000"/>
              </a:spcBef>
              <a:spcAft>
                <a:spcPct val="0"/>
              </a:spcAft>
              <a:buClrTx/>
              <a:buSzTx/>
              <a:buFontTx/>
              <a:buChar char="•"/>
            </a:pPr>
            <a:endParaRPr baseline="0" b="0" cap="none" sz="3200" i="0" kern="0" kumimoji="0" lang="en-US" noProof="0" normalizeH="0" spc="0" strike="noStrike" u="none" smtClean="0">
              <a:ln>
                <a:noFill/>
              </a:ln>
              <a:solidFill>
                <a:schemeClr val="tx1"/>
              </a:solidFill>
              <a:effectLst/>
              <a:uLnTx/>
              <a:uFillTx/>
              <a:latin typeface="+mn-lt"/>
              <a:ea typeface="+mn-ea"/>
              <a:cs typeface="+mn-cs"/>
            </a:endParaRPr>
          </a:p>
        </p:txBody>
      </p:sp>
      <p:sp>
        <p:nvSpPr>
          <p:cNvPr id="1048578" name="Rectangle 4"/>
          <p:cNvSpPr/>
          <p:nvPr>
            <p:ph type="dt" sz="half" idx="2"/>
          </p:nvPr>
        </p:nvSpPr>
        <p:spPr>
          <a:xfrm rot="0">
            <a:off x="457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eaLnBrk="1" hangingPunct="1" lvl="0"/>
            <a:endParaRPr altLang="en-US" sz="1400" lang="en-GB"/>
          </a:p>
        </p:txBody>
      </p:sp>
      <p:sp>
        <p:nvSpPr>
          <p:cNvPr id="1048580" name="Rectangle 6"/>
          <p:cNvSpPr/>
          <p:nvPr>
            <p:ph type="sldNum" sz="quarter" idx="4"/>
          </p:nvPr>
        </p:nvSpPr>
        <p:spPr>
          <a:xfrm rot="0">
            <a:off x="6553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algn="r" eaLnBrk="1" hangingPunct="1" lvl="0"/>
            <a:fld id="{566ABCEB-ACFC-4714-9973-3DA970169C29}" type="slidenum">
              <a:rPr altLang="en-US" sz="1400" lang="en-GB"/>
              <a:pPr algn="r" eaLnBrk="1" hangingPunct="1" lvl="0"/>
            </a:fld>
            <a:endParaRPr altLang="en-US" sz="1400" lang="en-GB"/>
          </a:p>
        </p:txBody>
      </p:sp>
      <p:sp>
        <p:nvSpPr>
          <p:cNvPr id="1048579" name="Rectangle 5"/>
          <p:cNvSpPr/>
          <p:nvPr>
            <p:ph type="ftr" sz="quarter" idx="3"/>
          </p:nvPr>
        </p:nvSpPr>
        <p:spPr>
          <a:xfrm rot="0">
            <a:off x="3124200" y="6245225"/>
            <a:ext cx="2895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algn="ctr" eaLnBrk="1" hangingPunct="1" lvl="0"/>
            <a:endParaRPr altLang="en-US" sz="1400" lang="en-GB"/>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white">
      <p:bgPr>
        <a:solidFill>
          <a:schemeClr val="lt1"/>
        </a:solidFill>
      </p:bgPr>
    </p:bg>
    <p:spTree>
      <p:nvGrpSpPr>
        <p:cNvPr id="24" name=""/>
        <p:cNvGrpSpPr/>
        <p:nvPr/>
      </p:nvGrpSpPr>
      <p:grpSpPr>
        <a:xfrm rot="0">
          <a:off x="0" y="0"/>
          <a:ext cx="0" cy="0"/>
          <a:chOff x="0" y="0"/>
          <a:chExt cx="0" cy="0"/>
        </a:xfrm>
      </p:grpSpPr>
      <p:sp>
        <p:nvSpPr>
          <p:cNvPr id="1048576" name="Rectangle 2"/>
          <p:cNvSpPr/>
          <p:nvPr>
            <p:ph type="title" sz="full" idx="0"/>
          </p:nvPr>
        </p:nvSpPr>
        <p:spPr>
          <a:xfrm rot="0">
            <a:off x="457200" y="274637"/>
            <a:ext cx="8229600" cy="1143000"/>
          </a:xfrm>
          <a:prstGeom prst="rect"/>
          <a:noFill/>
          <a:ln>
            <a:noFill/>
          </a:ln>
        </p:spPr>
        <p:txBody>
          <a:bodyPr anchor="ctr" bIns="45720" lIns="91440" rIns="91440" tIns="45720" vert="horz"/>
          <a:p>
            <a:pPr lvl="0"/>
            <a:r>
              <a:rPr altLang="en-US" lang="en-GB"/>
              <a:t>Click to edit Master title style</a:t>
            </a:r>
          </a:p>
        </p:txBody>
      </p:sp>
      <p:sp>
        <p:nvSpPr>
          <p:cNvPr id="1048577" name="Rectangle 3"/>
          <p:cNvSpPr/>
          <p:nvPr>
            <p:ph type="body" sz="full" idx="1"/>
          </p:nvPr>
        </p:nvSpPr>
        <p:spPr>
          <a:xfrm rot="0">
            <a:off x="457200" y="1600200"/>
            <a:ext cx="8229600" cy="4525962"/>
          </a:xfrm>
          <a:prstGeom prst="rect"/>
          <a:noFill/>
          <a:ln>
            <a:noFill/>
          </a:ln>
        </p:spPr>
        <p:txBody>
          <a:bodyPr anchor="t" bIns="45720" lIns="91440" rIns="91440" tIns="45720" vert="horz"/>
          <a:p>
            <a:pPr lvl="0"/>
            <a:r>
              <a:rPr altLang="en-US" lang="en-GB"/>
              <a:t>Click to edit Master text styles</a:t>
            </a:r>
          </a:p>
          <a:p>
            <a:pPr lvl="1"/>
            <a:r>
              <a:rPr altLang="en-US" lang="en-GB"/>
              <a:t>Second level</a:t>
            </a:r>
          </a:p>
          <a:p>
            <a:pPr lvl="2"/>
            <a:r>
              <a:rPr altLang="en-US" lang="en-GB"/>
              <a:t>Third level</a:t>
            </a:r>
          </a:p>
          <a:p>
            <a:pPr lvl="3"/>
            <a:r>
              <a:rPr altLang="en-US" lang="en-GB"/>
              <a:t>Fourth level</a:t>
            </a:r>
          </a:p>
          <a:p>
            <a:pPr lvl="4"/>
            <a:r>
              <a:rPr altLang="en-US" lang="en-GB"/>
              <a:t>Fifth level</a:t>
            </a:r>
          </a:p>
        </p:txBody>
      </p:sp>
      <p:sp>
        <p:nvSpPr>
          <p:cNvPr id="1048578" name="Rectangle 4"/>
          <p:cNvSpPr/>
          <p:nvPr>
            <p:ph type="dt" sz="half" idx="2"/>
          </p:nvPr>
        </p:nvSpPr>
        <p:spPr>
          <a:xfrm rot="0">
            <a:off x="457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eaLnBrk="1" hangingPunct="1" lvl="0"/>
            <a:endParaRPr altLang="en-US" sz="1400" lang="en-GB"/>
          </a:p>
        </p:txBody>
      </p:sp>
      <p:sp>
        <p:nvSpPr>
          <p:cNvPr id="1048579" name="Rectangle 5"/>
          <p:cNvSpPr/>
          <p:nvPr>
            <p:ph type="ftr" sz="quarter" idx="3"/>
          </p:nvPr>
        </p:nvSpPr>
        <p:spPr>
          <a:xfrm rot="0">
            <a:off x="3124200" y="6245225"/>
            <a:ext cx="2895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algn="ctr" eaLnBrk="1" hangingPunct="1" lvl="0"/>
            <a:endParaRPr altLang="en-US" sz="1400" lang="en-GB"/>
          </a:p>
        </p:txBody>
      </p:sp>
      <p:sp>
        <p:nvSpPr>
          <p:cNvPr id="1048580" name="Rectangle 6"/>
          <p:cNvSpPr/>
          <p:nvPr>
            <p:ph type="sldNum" sz="quarter" idx="4"/>
          </p:nvPr>
        </p:nvSpPr>
        <p:spPr>
          <a:xfrm rot="0">
            <a:off x="6553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algn="r" eaLnBrk="1" hangingPunct="1" lvl="0"/>
            <a:fld id="{566ABCEB-ACFC-4714-9973-3DA970169C29}" type="slidenum">
              <a:rPr altLang="en-US" sz="1400" lang="en-GB"/>
              <a:pPr algn="r" eaLnBrk="1" hangingPunct="1" lvl="0"/>
            </a:fld>
            <a:endParaRPr altLang="en-US" sz="1400" lang="en-GB"/>
          </a:p>
        </p:txBody>
      </p:sp>
    </p:spTree>
  </p:cSld>
  <p:clrMap accent1="accent1" accent2="accent2" accent3="accent3" accent4="accent4" accent5="accent5" accent6="accent6" bg1="lt1" bg2="dk2" tx1="dk1" tx2="lt2"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hf dt="0" ftr="0" sldNum="0"/>
  <p:txStyles>
    <p:titleStyle>
      <a:lvl1pPr algn="ctr" eaLnBrk="0" fontAlgn="base" hangingPunct="0" rtl="0">
        <a:spcBef>
          <a:spcPct val="0"/>
        </a:spcBef>
        <a:spcAft>
          <a:spcPct val="0"/>
        </a:spcAft>
        <a:defRPr sz="4400">
          <a:solidFill>
            <a:schemeClr val="tx2"/>
          </a:solidFill>
          <a:latin typeface="+mj-lt"/>
          <a:ea typeface="+mj-ea"/>
          <a:cs typeface="+mj-cs"/>
        </a:defRPr>
      </a:lvl1pPr>
      <a:lvl2pPr algn="ctr" eaLnBrk="0" fontAlgn="base" hangingPunct="0" rtl="0">
        <a:spcBef>
          <a:spcPct val="0"/>
        </a:spcBef>
        <a:spcAft>
          <a:spcPct val="0"/>
        </a:spcAft>
        <a:defRPr sz="4400">
          <a:solidFill>
            <a:schemeClr val="tx2"/>
          </a:solidFill>
          <a:latin typeface="Arial" charset="0"/>
          <a:cs typeface="Arial" charset="0"/>
        </a:defRPr>
      </a:lvl2pPr>
      <a:lvl3pPr algn="ctr" eaLnBrk="0" fontAlgn="base" hangingPunct="0" rtl="0">
        <a:spcBef>
          <a:spcPct val="0"/>
        </a:spcBef>
        <a:spcAft>
          <a:spcPct val="0"/>
        </a:spcAft>
        <a:defRPr sz="4400">
          <a:solidFill>
            <a:schemeClr val="tx2"/>
          </a:solidFill>
          <a:latin typeface="Arial" charset="0"/>
          <a:cs typeface="Arial" charset="0"/>
        </a:defRPr>
      </a:lvl3pPr>
      <a:lvl4pPr algn="ctr" eaLnBrk="0" fontAlgn="base" hangingPunct="0" rtl="0">
        <a:spcBef>
          <a:spcPct val="0"/>
        </a:spcBef>
        <a:spcAft>
          <a:spcPct val="0"/>
        </a:spcAft>
        <a:defRPr sz="4400">
          <a:solidFill>
            <a:schemeClr val="tx2"/>
          </a:solidFill>
          <a:latin typeface="Arial" charset="0"/>
          <a:cs typeface="Arial" charset="0"/>
        </a:defRPr>
      </a:lvl4pPr>
      <a:lvl5pPr algn="ctr" eaLnBrk="0" fontAlgn="base" hangingPunct="0" rtl="0">
        <a:spcBef>
          <a:spcPct val="0"/>
        </a:spcBef>
        <a:spcAft>
          <a:spcPct val="0"/>
        </a:spcAft>
        <a:defRPr sz="4400">
          <a:solidFill>
            <a:schemeClr val="tx2"/>
          </a:solidFill>
          <a:latin typeface="Arial" charset="0"/>
          <a:cs typeface="Arial" charset="0"/>
        </a:defRPr>
      </a:lvl5pPr>
      <a:lvl6pPr algn="ctr" fontAlgn="base" marL="457200" rtl="0">
        <a:spcBef>
          <a:spcPct val="0"/>
        </a:spcBef>
        <a:spcAft>
          <a:spcPct val="0"/>
        </a:spcAft>
        <a:defRPr sz="4400">
          <a:solidFill>
            <a:schemeClr val="tx2"/>
          </a:solidFill>
          <a:latin typeface="Arial" charset="0"/>
          <a:cs typeface="Arial" charset="0"/>
        </a:defRPr>
      </a:lvl6pPr>
      <a:lvl7pPr algn="ctr" fontAlgn="base" marL="914400" rtl="0">
        <a:spcBef>
          <a:spcPct val="0"/>
        </a:spcBef>
        <a:spcAft>
          <a:spcPct val="0"/>
        </a:spcAft>
        <a:defRPr sz="4400">
          <a:solidFill>
            <a:schemeClr val="tx2"/>
          </a:solidFill>
          <a:latin typeface="Arial" charset="0"/>
          <a:cs typeface="Arial" charset="0"/>
        </a:defRPr>
      </a:lvl7pPr>
      <a:lvl8pPr algn="ctr" fontAlgn="base" marL="1371600" rtl="0">
        <a:spcBef>
          <a:spcPct val="0"/>
        </a:spcBef>
        <a:spcAft>
          <a:spcPct val="0"/>
        </a:spcAft>
        <a:defRPr sz="4400">
          <a:solidFill>
            <a:schemeClr val="tx2"/>
          </a:solidFill>
          <a:latin typeface="Arial" charset="0"/>
          <a:cs typeface="Arial" charset="0"/>
        </a:defRPr>
      </a:lvl8pPr>
      <a:lvl9pPr algn="ctr" fontAlgn="base" marL="1828800" rtl="0">
        <a:spcBef>
          <a:spcPct val="0"/>
        </a:spcBef>
        <a:spcAft>
          <a:spcPct val="0"/>
        </a:spcAft>
        <a:defRPr sz="4400">
          <a:solidFill>
            <a:schemeClr val="tx2"/>
          </a:solidFill>
          <a:latin typeface="Arial" charset="0"/>
          <a:cs typeface="Arial" charset="0"/>
        </a:defRPr>
      </a:lvl9pPr>
    </p:titleStyle>
    <p:bodyStyle>
      <a:lvl1pPr algn="l" eaLnBrk="0" fontAlgn="base" hangingPunct="0" indent="-342900" marL="342900" rtl="0">
        <a:spcBef>
          <a:spcPct val="20000"/>
        </a:spcBef>
        <a:spcAft>
          <a:spcPct val="0"/>
        </a:spcAft>
        <a:buChar char="•"/>
        <a:defRPr sz="3200">
          <a:solidFill>
            <a:schemeClr val="tx1"/>
          </a:solidFill>
          <a:latin typeface="+mn-lt"/>
          <a:ea typeface="+mn-ea"/>
          <a:cs typeface="+mn-cs"/>
        </a:defRPr>
      </a:lvl1pPr>
      <a:lvl2pPr algn="l" eaLnBrk="0" fontAlgn="base" hangingPunct="0" indent="-285750" marL="742950" rtl="0">
        <a:spcBef>
          <a:spcPct val="20000"/>
        </a:spcBef>
        <a:spcAft>
          <a:spcPct val="0"/>
        </a:spcAft>
        <a:buChar char="–"/>
        <a:defRPr sz="2800">
          <a:solidFill>
            <a:schemeClr val="tx1"/>
          </a:solidFill>
          <a:latin typeface="+mn-lt"/>
          <a:cs typeface="+mn-cs"/>
        </a:defRPr>
      </a:lvl2pPr>
      <a:lvl3pPr algn="l" eaLnBrk="0" fontAlgn="base" hangingPunct="0" indent="-228600" marL="1143000" rtl="0">
        <a:spcBef>
          <a:spcPct val="20000"/>
        </a:spcBef>
        <a:spcAft>
          <a:spcPct val="0"/>
        </a:spcAft>
        <a:buChar char="•"/>
        <a:defRPr sz="2400">
          <a:solidFill>
            <a:schemeClr val="tx1"/>
          </a:solidFill>
          <a:latin typeface="+mn-lt"/>
          <a:cs typeface="+mn-cs"/>
        </a:defRPr>
      </a:lvl3pPr>
      <a:lvl4pPr algn="l" eaLnBrk="0" fontAlgn="base" hangingPunct="0" indent="-228600" marL="1600200" rtl="0">
        <a:spcBef>
          <a:spcPct val="20000"/>
        </a:spcBef>
        <a:spcAft>
          <a:spcPct val="0"/>
        </a:spcAft>
        <a:buChar char="–"/>
        <a:defRPr sz="2000">
          <a:solidFill>
            <a:schemeClr val="tx1"/>
          </a:solidFill>
          <a:latin typeface="+mn-lt"/>
          <a:cs typeface="+mn-cs"/>
        </a:defRPr>
      </a:lvl4pPr>
      <a:lvl5pPr algn="l" eaLnBrk="0" fontAlgn="base" hangingPunct="0" indent="-228600" marL="2057400" rtl="0">
        <a:spcBef>
          <a:spcPct val="20000"/>
        </a:spcBef>
        <a:spcAft>
          <a:spcPct val="0"/>
        </a:spcAft>
        <a:buChar char="»"/>
        <a:defRPr sz="2000">
          <a:solidFill>
            <a:schemeClr val="tx1"/>
          </a:solidFill>
          <a:latin typeface="+mn-lt"/>
          <a:cs typeface="+mn-cs"/>
        </a:defRPr>
      </a:lvl5pPr>
      <a:lvl6pPr algn="l" fontAlgn="base" indent="-228600" marL="2514600" rtl="0">
        <a:spcBef>
          <a:spcPct val="20000"/>
        </a:spcBef>
        <a:spcAft>
          <a:spcPct val="0"/>
        </a:spcAft>
        <a:buChar char="»"/>
        <a:defRPr sz="2000">
          <a:solidFill>
            <a:schemeClr val="tx1"/>
          </a:solidFill>
          <a:latin typeface="+mn-lt"/>
          <a:cs typeface="+mn-cs"/>
        </a:defRPr>
      </a:lvl6pPr>
      <a:lvl7pPr algn="l" fontAlgn="base" indent="-228600" marL="2971800" rtl="0">
        <a:spcBef>
          <a:spcPct val="20000"/>
        </a:spcBef>
        <a:spcAft>
          <a:spcPct val="0"/>
        </a:spcAft>
        <a:buChar char="»"/>
        <a:defRPr sz="2000">
          <a:solidFill>
            <a:schemeClr val="tx1"/>
          </a:solidFill>
          <a:latin typeface="+mn-lt"/>
          <a:cs typeface="+mn-cs"/>
        </a:defRPr>
      </a:lvl7pPr>
      <a:lvl8pPr algn="l" fontAlgn="base" indent="-228600" marL="3429000" rtl="0">
        <a:spcBef>
          <a:spcPct val="20000"/>
        </a:spcBef>
        <a:spcAft>
          <a:spcPct val="0"/>
        </a:spcAft>
        <a:buChar char="»"/>
        <a:defRPr sz="2000">
          <a:solidFill>
            <a:schemeClr val="tx1"/>
          </a:solidFill>
          <a:latin typeface="+mn-lt"/>
          <a:cs typeface="+mn-cs"/>
        </a:defRPr>
      </a:lvl8pPr>
      <a:lvl9pPr algn="l" fontAlgn="base" indent="-228600" marL="3886200" rtl="0">
        <a:spcBef>
          <a:spcPct val="20000"/>
        </a:spcBef>
        <a:spcAft>
          <a:spcPct val="0"/>
        </a:spcAft>
        <a:buChar char="»"/>
        <a:defRPr sz="2000">
          <a:solidFill>
            <a:schemeClr val="tx1"/>
          </a:solidFill>
          <a:latin typeface="+mn-lt"/>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1">
  <p:cSld>
    <p:spTree>
      <p:nvGrpSpPr>
        <p:cNvPr id="25" name=""/>
        <p:cNvGrpSpPr/>
        <p:nvPr/>
      </p:nvGrpSpPr>
      <p:grpSpPr>
        <a:xfrm rot="0">
          <a:off x="0" y="0"/>
          <a:ext cx="0" cy="0"/>
          <a:chOff x="0" y="0"/>
          <a:chExt cx="0" cy="0"/>
        </a:xfrm>
      </p:grpSpPr>
      <p:sp>
        <p:nvSpPr>
          <p:cNvPr id="1048581" name="Rectangle 2"/>
          <p:cNvSpPr/>
          <p:nvPr>
            <p:ph type="ctrTitle" sz="full" idx="0"/>
          </p:nvPr>
        </p:nvSpPr>
        <p:spPr>
          <a:xfrm rot="0">
            <a:off x="179387" y="188912"/>
            <a:ext cx="8713788" cy="1655762"/>
          </a:xfrm>
          <a:prstGeom prst="rect"/>
          <a:noFill/>
          <a:ln>
            <a:noFill/>
          </a:ln>
        </p:spPr>
        <p:txBody>
          <a:bodyPr anchor="ctr" bIns="45720" lIns="91440" rIns="91440" tIns="45720" vert="horz"/>
          <a:lstStyle>
            <a:lvl1pPr algn="ctr">
              <a:defRPr sz="4400"/>
            </a:lvl1pPr>
          </a:lstStyle>
          <a:p>
            <a:pPr eaLnBrk="1" hangingPunct="1" lvl="0"/>
            <a:r>
              <a:rPr altLang="en-US" sz="3200" lang="en-US"/>
              <a:t>NUT 201</a:t>
            </a:r>
            <a:br>
              <a:rPr altLang="en-US" sz="3200" lang="en-US"/>
            </a:br>
            <a:r>
              <a:rPr altLang="en-US" sz="3200" lang="en-US"/>
              <a:t> Principles of Nutrition and Dietetics </a:t>
            </a:r>
          </a:p>
        </p:txBody>
      </p:sp>
      <p:sp>
        <p:nvSpPr>
          <p:cNvPr id="1048582" name="Text Box 4"/>
          <p:cNvSpPr/>
          <p:nvPr>
            <p:ph type="subTitle" sz="full" idx="1"/>
          </p:nvPr>
        </p:nvSpPr>
        <p:spPr>
          <a:xfrm rot="0">
            <a:off x="0" y="2420937"/>
            <a:ext cx="8964612" cy="2987041"/>
          </a:xfrm>
          <a:prstGeom prst="rect"/>
          <a:noFill/>
          <a:ln>
            <a:noFill/>
          </a:ln>
        </p:spPr>
        <p:txBody>
          <a:bodyPr anchor="t" bIns="45720" lIns="91440" rIns="91440" tIns="45720" vert="horz">
            <a:spAutoFit/>
          </a:bodyPr>
          <a:lstStyle>
            <a:lvl1pPr algn="ctr" marL="0">
              <a:buFontTx/>
              <a:buNone/>
              <a:defRPr sz="3200">
                <a:solidFill>
                  <a:schemeClr val="dk1"/>
                </a:solidFill>
              </a:defRPr>
            </a:lvl1pPr>
            <a:lvl2pPr algn="ctr" marL="457200">
              <a:buFontTx/>
              <a:buNone/>
            </a:lvl2pPr>
            <a:lvl3pPr algn="ctr" marL="914400">
              <a:buFontTx/>
              <a:buNone/>
            </a:lvl3pPr>
            <a:lvl4pPr algn="ctr" marL="1371600">
              <a:buFontTx/>
              <a:buNone/>
            </a:lvl4pPr>
            <a:lvl5pPr algn="ctr" marL="1828800">
              <a:buFontTx/>
              <a:buNone/>
            </a:lvl5pPr>
          </a:lstStyle>
          <a:p>
            <a:pPr algn="just" lvl="0"/>
            <a:r>
              <a:rPr altLang="en-US" lang="en-US"/>
              <a:t>Basic nutrition principles with special emphasis on nutrients (proteins, carbohydrates, fat, minerals, vitamins and water); sources, functions, digestion and absorption and their problems (signs and symptoms of deficiency diseases)</a:t>
            </a:r>
          </a:p>
        </p:txBody>
      </p:sp>
      <p:sp>
        <p:nvSpPr>
          <p:cNvPr id="1048583" name="Rectangle 4"/>
          <p:cNvSpPr/>
          <p:nvPr/>
        </p:nvSpPr>
        <p:spPr>
          <a:xfrm rot="0">
            <a:off x="539750" y="1844675"/>
            <a:ext cx="7956550" cy="341312"/>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Arial" pitchFamily="0" charset="0"/>
                <a:ea typeface="Arial" pitchFamily="0" charset="0"/>
                <a:sym typeface="Arial" pitchFamily="0"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Arial" pitchFamily="0" charset="0"/>
                <a:ea typeface="Arial" pitchFamily="0" charset="0"/>
                <a:sym typeface="Arial" pitchFamily="0"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Arial" pitchFamily="0" charset="0"/>
                <a:ea typeface="Arial" pitchFamily="0" charset="0"/>
                <a:sym typeface="Arial" pitchFamily="0"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5pPr>
          </a:lstStyle>
          <a:p>
            <a:pPr algn="ctr" eaLnBrk="1" hangingPunct="1" indent="0" lvl="0" marL="0">
              <a:lnSpc>
                <a:spcPct val="90000"/>
              </a:lnSpc>
              <a:spcBef>
                <a:spcPct val="0"/>
              </a:spcBef>
              <a:buFontTx/>
              <a:buNone/>
            </a:pPr>
            <a:r>
              <a:rPr altLang="en-US" b="1" sz="1800" lang="en-US">
                <a:latin typeface="Viner Hand ITC" pitchFamily="66" charset="0"/>
              </a:rPr>
              <a:t>Course Content</a:t>
            </a:r>
          </a:p>
        </p:txBody>
      </p:sp>
    </p:spTree>
  </p:cSld>
  <p:clrMapOvr>
    <a:masterClrMapping/>
  </p:clrMapOvr>
  <p:timing/>
</p:sld>
</file>

<file path=ppt/slides/slide2.xml><?xml version="1.0" encoding="utf-8"?>
<p:sld xmlns:a="http://schemas.openxmlformats.org/drawingml/2006/main" xmlns:r="http://schemas.openxmlformats.org/officeDocument/2006/relationships" xmlns:p="http://schemas.openxmlformats.org/presentationml/2006/main" showMasterSp="1">
  <p:cSld>
    <p:spTree>
      <p:nvGrpSpPr>
        <p:cNvPr id="52" name=""/>
        <p:cNvGrpSpPr/>
        <p:nvPr/>
      </p:nvGrpSpPr>
      <p:grpSpPr>
        <a:xfrm rot="0">
          <a:off x="0" y="0"/>
          <a:ext cx="0" cy="0"/>
          <a:chOff x="0" y="0"/>
          <a:chExt cx="0" cy="0"/>
        </a:xfrm>
      </p:grpSpPr>
      <p:sp>
        <p:nvSpPr>
          <p:cNvPr id="1048590" name="Rectangle 2"/>
          <p:cNvSpPr/>
          <p:nvPr>
            <p:ph type="title" sz="full" idx="0"/>
          </p:nvPr>
        </p:nvSpPr>
        <p:spPr>
          <a:xfrm rot="0">
            <a:off x="457200" y="274637"/>
            <a:ext cx="8229600" cy="1143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Arial" pitchFamily="0" charset="0"/>
                <a:ea typeface="Arial" pitchFamily="0" charset="0"/>
                <a:sym typeface="Arial" pitchFamily="0" charset="0"/>
              </a:defRPr>
            </a:lvl1pPr>
          </a:lstStyle>
          <a:p>
            <a:pPr eaLnBrk="1" hangingPunct="1" lvl="0"/>
            <a:r>
              <a:rPr altLang="en-US" lang="en-GB">
                <a:solidFill>
                  <a:srgbClr val="00B050"/>
                </a:solidFill>
              </a:rPr>
              <a:t>ROLE OF NUTRITION</a:t>
            </a:r>
          </a:p>
        </p:txBody>
      </p:sp>
      <p:sp>
        <p:nvSpPr>
          <p:cNvPr id="1048591" name="Rectangle 3"/>
          <p:cNvSpPr/>
          <p:nvPr>
            <p:ph type="body" sz="full" idx="1"/>
          </p:nvPr>
        </p:nvSpPr>
        <p:spPr>
          <a:xfrm rot="0">
            <a:off x="457200" y="1341437"/>
            <a:ext cx="8229600" cy="5256212"/>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Arial" pitchFamily="0" charset="0"/>
                <a:ea typeface="Arial" pitchFamily="0" charset="0"/>
                <a:sym typeface="Arial" pitchFamily="0"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Arial" pitchFamily="0" charset="0"/>
                <a:ea typeface="Arial" pitchFamily="0" charset="0"/>
                <a:sym typeface="Arial" pitchFamily="0"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Arial" pitchFamily="0" charset="0"/>
                <a:ea typeface="Arial" pitchFamily="0" charset="0"/>
                <a:sym typeface="Arial" pitchFamily="0"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5pPr>
          </a:lstStyle>
          <a:p>
            <a:pPr eaLnBrk="1" hangingPunct="1" lvl="0">
              <a:buFontTx/>
              <a:buNone/>
            </a:pPr>
            <a:r>
              <a:rPr altLang="en-US" lang="en-GB"/>
              <a:t>Food and nutrition are closely related, food is any solid or liquid that provides nutrients that are essential for the proper functioning of the body. Each nutrient has one or more of the following functions:</a:t>
            </a:r>
          </a:p>
          <a:p>
            <a:pPr eaLnBrk="1" hangingPunct="1" lvl="0"/>
            <a:r>
              <a:rPr altLang="en-US" lang="en-GB"/>
              <a:t>To provide energy for body processes and physical activity</a:t>
            </a:r>
          </a:p>
          <a:p>
            <a:pPr eaLnBrk="1" hangingPunct="1" lvl="0"/>
            <a:r>
              <a:rPr altLang="en-US" lang="en-GB"/>
              <a:t>To provide structural materials such as bone &amp; muscle for growth of the body</a:t>
            </a:r>
          </a:p>
          <a:p>
            <a:pPr eaLnBrk="1" hangingPunct="1" lvl="0"/>
            <a:r>
              <a:rPr altLang="en-US" lang="en-GB"/>
              <a:t>To protect &amp; regulate body processes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1">
  <p:cSld>
    <p:spTree>
      <p:nvGrpSpPr>
        <p:cNvPr id="53" name=""/>
        <p:cNvGrpSpPr/>
        <p:nvPr/>
      </p:nvGrpSpPr>
      <p:grpSpPr>
        <a:xfrm rot="0">
          <a:off x="0" y="0"/>
          <a:ext cx="0" cy="0"/>
          <a:chOff x="0" y="0"/>
          <a:chExt cx="0" cy="0"/>
        </a:xfrm>
      </p:grpSpPr>
      <p:sp>
        <p:nvSpPr>
          <p:cNvPr id="1048592" name="Rectangle 2"/>
          <p:cNvSpPr/>
          <p:nvPr>
            <p:ph type="title" sz="full" idx="0"/>
          </p:nvPr>
        </p:nvSpPr>
        <p:spPr>
          <a:xfrm rot="0">
            <a:off x="457200" y="274637"/>
            <a:ext cx="8229600" cy="1143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Arial" pitchFamily="0" charset="0"/>
                <a:ea typeface="Arial" pitchFamily="0" charset="0"/>
                <a:sym typeface="Arial" pitchFamily="0" charset="0"/>
              </a:defRPr>
            </a:lvl1pPr>
          </a:lstStyle>
          <a:p>
            <a:pPr eaLnBrk="1" hangingPunct="1" lvl="0"/>
            <a:r>
              <a:rPr altLang="en-US" b="1" lang="en-GB">
                <a:solidFill>
                  <a:srgbClr val="00B050"/>
                </a:solidFill>
              </a:rPr>
              <a:t>NUTRIENTS</a:t>
            </a:r>
          </a:p>
        </p:txBody>
      </p:sp>
      <p:sp>
        <p:nvSpPr>
          <p:cNvPr id="1048593" name="Rectangle 3"/>
          <p:cNvSpPr/>
          <p:nvPr>
            <p:ph type="body" sz="full" idx="1"/>
          </p:nvPr>
        </p:nvSpPr>
        <p:spPr>
          <a:xfrm rot="0">
            <a:off x="457200" y="1600200"/>
            <a:ext cx="8229600" cy="4525962"/>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Arial" pitchFamily="0" charset="0"/>
                <a:ea typeface="Arial" pitchFamily="0" charset="0"/>
                <a:sym typeface="Arial" pitchFamily="0"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Arial" pitchFamily="0" charset="0"/>
                <a:ea typeface="Arial" pitchFamily="0" charset="0"/>
                <a:sym typeface="Arial" pitchFamily="0"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Arial" pitchFamily="0" charset="0"/>
                <a:ea typeface="Arial" pitchFamily="0" charset="0"/>
                <a:sym typeface="Arial" pitchFamily="0"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5pPr>
          </a:lstStyle>
          <a:p>
            <a:pPr eaLnBrk="1" hangingPunct="1" lvl="0"/>
            <a:r>
              <a:rPr altLang="en-US" lang="en-GB"/>
              <a:t>Foods consist of different components called nutrients: these may be classified, according to their basic functions as:</a:t>
            </a:r>
          </a:p>
          <a:p>
            <a:pPr eaLnBrk="1" hangingPunct="1" lvl="2"/>
            <a:r>
              <a:rPr altLang="en-US" lang="en-GB"/>
              <a:t>Energy – producing nutrients (Carbohydrates and Lipids)</a:t>
            </a:r>
          </a:p>
          <a:p>
            <a:pPr eaLnBrk="1" hangingPunct="1" lvl="3"/>
            <a:r>
              <a:rPr altLang="en-US" lang="en-GB"/>
              <a:t>1 gram of lipid (fat)         = 9 kcal (38 kJ)</a:t>
            </a:r>
          </a:p>
          <a:p>
            <a:pPr eaLnBrk="1" hangingPunct="1" lvl="3"/>
            <a:r>
              <a:rPr altLang="en-US" lang="en-GB"/>
              <a:t>1 gram of protein            = 4 kcal (17 kJ)</a:t>
            </a:r>
          </a:p>
          <a:p>
            <a:pPr eaLnBrk="1" hangingPunct="1" lvl="3"/>
            <a:r>
              <a:rPr altLang="en-US" lang="en-GB"/>
              <a:t> 1 gram of carbohydrate = 4 kcal (17 kJ)</a:t>
            </a:r>
          </a:p>
          <a:p>
            <a:pPr eaLnBrk="1" hangingPunct="1" lvl="2"/>
            <a:r>
              <a:rPr altLang="en-US" lang="en-GB"/>
              <a:t>Body – building nutrients (Proteins)</a:t>
            </a:r>
          </a:p>
          <a:p>
            <a:pPr eaLnBrk="1" hangingPunct="1" lvl="2"/>
            <a:r>
              <a:rPr altLang="en-US" lang="en-GB"/>
              <a:t>Protective nutrients (Vitamins and Minerals)</a:t>
            </a:r>
          </a:p>
        </p:txBody>
      </p:sp>
    </p:spTree>
  </p:cSld>
  <p:clrMapOvr>
    <a:masterClrMapping/>
  </p:clrMapOvr>
  <p:timing/>
</p:sld>
</file>

<file path=ppt/slides/slide4.xml><?xml version="1.0" encoding="utf-8"?>
<p:sld xmlns:a="http://schemas.openxmlformats.org/drawingml/2006/main" xmlns:r="http://schemas.openxmlformats.org/officeDocument/2006/relationships" xmlns:p="http://schemas.openxmlformats.org/presentationml/2006/main" showMasterSp="1">
  <p:cSld>
    <p:spTree>
      <p:nvGrpSpPr>
        <p:cNvPr id="54" name=""/>
        <p:cNvGrpSpPr/>
        <p:nvPr/>
      </p:nvGrpSpPr>
      <p:grpSpPr>
        <a:xfrm rot="0">
          <a:off x="0" y="0"/>
          <a:ext cx="0" cy="0"/>
          <a:chOff x="0" y="0"/>
          <a:chExt cx="0" cy="0"/>
        </a:xfrm>
      </p:grpSpPr>
      <p:sp>
        <p:nvSpPr>
          <p:cNvPr id="1048594" name="Rectangle 2"/>
          <p:cNvSpPr/>
          <p:nvPr>
            <p:ph type="title" sz="full" idx="0"/>
          </p:nvPr>
        </p:nvSpPr>
        <p:spPr>
          <a:xfrm rot="0">
            <a:off x="457200" y="274637"/>
            <a:ext cx="8229600" cy="1143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Arial" pitchFamily="0" charset="0"/>
                <a:ea typeface="Arial" pitchFamily="0" charset="0"/>
                <a:sym typeface="Arial" pitchFamily="0" charset="0"/>
              </a:defRPr>
            </a:lvl1pPr>
          </a:lstStyle>
          <a:p>
            <a:pPr eaLnBrk="1" hangingPunct="1" lvl="0"/>
            <a:r>
              <a:rPr altLang="en-US" b="1" lang="en-GB">
                <a:solidFill>
                  <a:srgbClr val="00B050"/>
                </a:solidFill>
              </a:rPr>
              <a:t>CARBOHYDRATES</a:t>
            </a:r>
          </a:p>
        </p:txBody>
      </p:sp>
      <p:sp>
        <p:nvSpPr>
          <p:cNvPr id="1048595" name="Rectangle 3"/>
          <p:cNvSpPr/>
          <p:nvPr>
            <p:ph type="body" sz="full" idx="1"/>
          </p:nvPr>
        </p:nvSpPr>
        <p:spPr>
          <a:xfrm rot="0">
            <a:off x="457200" y="1600200"/>
            <a:ext cx="8229600" cy="4924425"/>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Arial" pitchFamily="0" charset="0"/>
                <a:ea typeface="Arial" pitchFamily="0" charset="0"/>
                <a:sym typeface="Arial" pitchFamily="0"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Arial" pitchFamily="0" charset="0"/>
                <a:ea typeface="Arial" pitchFamily="0" charset="0"/>
                <a:sym typeface="Arial" pitchFamily="0"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Arial" pitchFamily="0" charset="0"/>
                <a:ea typeface="Arial" pitchFamily="0" charset="0"/>
                <a:sym typeface="Arial" pitchFamily="0"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5pPr>
          </a:lstStyle>
          <a:p>
            <a:pPr eaLnBrk="1" hangingPunct="1" lvl="0"/>
            <a:r>
              <a:rPr altLang="en-US" sz="2800" lang="en-GB"/>
              <a:t>Carbohydrates are also called sugars. They are important as they are a major source of energy. Carbohydrates are composed of carbon, hydrogen and oxygen</a:t>
            </a:r>
          </a:p>
          <a:p>
            <a:pPr eaLnBrk="1" hangingPunct="1" lvl="0"/>
            <a:r>
              <a:rPr altLang="en-US" sz="2800" lang="en-GB"/>
              <a:t>Carbohydrates are classified into three main groups:</a:t>
            </a:r>
          </a:p>
          <a:p>
            <a:pPr eaLnBrk="1" hangingPunct="1" lvl="1"/>
            <a:r>
              <a:rPr altLang="en-US" b="1" sz="2400" lang="en-GB"/>
              <a:t>Monosaccharides</a:t>
            </a:r>
            <a:r>
              <a:rPr altLang="en-US" sz="2400" lang="en-GB"/>
              <a:t> – simple compound consisting of a single sugar unit.</a:t>
            </a:r>
          </a:p>
          <a:p>
            <a:pPr eaLnBrk="1" hangingPunct="1" lvl="1"/>
            <a:r>
              <a:rPr altLang="en-US" b="1" sz="2400" lang="en-GB"/>
              <a:t>Disaccharides</a:t>
            </a:r>
            <a:r>
              <a:rPr altLang="en-US" sz="2400" lang="en-GB"/>
              <a:t> – composed of two monosaccharides.</a:t>
            </a:r>
          </a:p>
          <a:p>
            <a:pPr eaLnBrk="1" hangingPunct="1" lvl="1"/>
            <a:r>
              <a:rPr altLang="en-US" b="1" sz="2400" lang="en-GB"/>
              <a:t>Polysaccharides</a:t>
            </a:r>
            <a:r>
              <a:rPr altLang="en-US" sz="2400" lang="en-GB"/>
              <a:t> – formed from the condensation of several sugars</a:t>
            </a:r>
          </a:p>
        </p:txBody>
      </p:sp>
    </p:spTree>
  </p:cSld>
  <p:clrMapOvr>
    <a:masterClrMapping/>
  </p:clrMapOvr>
  <p:timing/>
</p:sld>
</file>

<file path=ppt/slides/slide5.xml><?xml version="1.0" encoding="utf-8"?>
<p:sld xmlns:a="http://schemas.openxmlformats.org/drawingml/2006/main" xmlns:r="http://schemas.openxmlformats.org/officeDocument/2006/relationships" xmlns:p="http://schemas.openxmlformats.org/presentationml/2006/main" showMasterSp="1">
  <p:cSld>
    <p:spTree>
      <p:nvGrpSpPr>
        <p:cNvPr id="55" name=""/>
        <p:cNvGrpSpPr/>
        <p:nvPr/>
      </p:nvGrpSpPr>
      <p:grpSpPr>
        <a:xfrm rot="0">
          <a:off x="0" y="0"/>
          <a:ext cx="0" cy="0"/>
          <a:chOff x="0" y="0"/>
          <a:chExt cx="0" cy="0"/>
        </a:xfrm>
      </p:grpSpPr>
      <p:pic>
        <p:nvPicPr>
          <p:cNvPr id="2097152" name="Content Placeholder 3" descr="ScannedImage-4.jpg"/>
          <p:cNvPicPr>
            <a:picLocks/>
          </p:cNvPicPr>
          <p:nvPr>
            <p:ph sz="full" idx="1"/>
          </p:nvPr>
        </p:nvPicPr>
        <p:blipFill>
          <a:blip xmlns:r="http://schemas.openxmlformats.org/officeDocument/2006/relationships" r:embed="rId1"/>
          <a:srcRect l="3387" t="0" r="43" b="697"/>
          <a:stretch>
            <a:fillRect/>
          </a:stretch>
        </p:blipFill>
        <p:spPr>
          <a:xfrm rot="0">
            <a:off x="1116012" y="214312"/>
            <a:ext cx="6840537" cy="6472237"/>
          </a:xfrm>
          <a:prstGeom prst="rect"/>
          <a:noFill/>
          <a:ln>
            <a:noFill/>
          </a:ln>
        </p:spPr>
      </p:pic>
    </p:spTree>
  </p:cSld>
  <p:clrMapOvr>
    <a:masterClrMapping/>
  </p:clrMapOvr>
  <p:timing/>
</p:sld>
</file>

<file path=ppt/slides/slide6.xml><?xml version="1.0" encoding="utf-8"?>
<p:sld xmlns:a="http://schemas.openxmlformats.org/drawingml/2006/main" xmlns:r="http://schemas.openxmlformats.org/officeDocument/2006/relationships" xmlns:p="http://schemas.openxmlformats.org/presentationml/2006/main" showMasterSp="1">
  <p:cSld>
    <p:spTree>
      <p:nvGrpSpPr>
        <p:cNvPr id="56" name=""/>
        <p:cNvGrpSpPr/>
        <p:nvPr/>
      </p:nvGrpSpPr>
      <p:grpSpPr>
        <a:xfrm rot="0">
          <a:off x="0" y="0"/>
          <a:ext cx="0" cy="0"/>
          <a:chOff x="0" y="0"/>
          <a:chExt cx="0" cy="0"/>
        </a:xfrm>
      </p:grpSpPr>
      <p:sp>
        <p:nvSpPr>
          <p:cNvPr id="1048596" name="Title 1"/>
          <p:cNvSpPr/>
          <p:nvPr>
            <p:ph type="title" sz="full" idx="0"/>
          </p:nvPr>
        </p:nvSpPr>
        <p:spPr>
          <a:xfrm rot="0">
            <a:off x="457200" y="274637"/>
            <a:ext cx="8229600" cy="274637"/>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Arial" pitchFamily="0" charset="0"/>
                <a:ea typeface="Arial" pitchFamily="0" charset="0"/>
                <a:sym typeface="Arial" pitchFamily="0" charset="0"/>
              </a:defRPr>
            </a:lvl1pPr>
          </a:lstStyle>
          <a:p>
            <a:pPr lvl="0"/>
            <a:r>
              <a:rPr altLang="en-US" b="1" sz="1800" lang="en-US"/>
              <a:t>CARBOHYDRATES</a:t>
            </a:r>
          </a:p>
        </p:txBody>
      </p:sp>
      <p:pic>
        <p:nvPicPr>
          <p:cNvPr id="2097153" name="Content Placeholder 3" descr="ScannedImage-5.jpg"/>
          <p:cNvPicPr>
            <a:picLocks/>
          </p:cNvPicPr>
          <p:nvPr>
            <p:ph sz="full" idx="1"/>
          </p:nvPr>
        </p:nvPicPr>
        <p:blipFill>
          <a:blip xmlns:r="http://schemas.openxmlformats.org/officeDocument/2006/relationships" r:embed="rId1"/>
          <a:srcRect l="0" t="0" r="0" b="0"/>
          <a:stretch>
            <a:fillRect/>
          </a:stretch>
        </p:blipFill>
        <p:spPr>
          <a:xfrm rot="0">
            <a:off x="1187450" y="546100"/>
            <a:ext cx="7200900" cy="6132512"/>
          </a:xfrm>
          <a:prstGeom prst="rect"/>
          <a:noFill/>
          <a:ln>
            <a:noFill/>
          </a:ln>
        </p:spPr>
      </p:pic>
    </p:spTree>
  </p:cSld>
  <p:clrMapOvr>
    <a:masterClrMapping/>
  </p:clrMapOvr>
  <p:timing/>
</p:sld>
</file>

<file path=ppt/slides/slide7.xml><?xml version="1.0" encoding="utf-8"?>
<p:sld xmlns:a="http://schemas.openxmlformats.org/drawingml/2006/main" xmlns:r="http://schemas.openxmlformats.org/officeDocument/2006/relationships" xmlns:p="http://schemas.openxmlformats.org/presentationml/2006/main" showMasterSp="1">
  <p:cSld>
    <p:spTree>
      <p:nvGrpSpPr>
        <p:cNvPr id="57" name=""/>
        <p:cNvGrpSpPr/>
        <p:nvPr/>
      </p:nvGrpSpPr>
      <p:grpSpPr>
        <a:xfrm rot="0">
          <a:off x="0" y="0"/>
          <a:ext cx="0" cy="0"/>
          <a:chOff x="0" y="0"/>
          <a:chExt cx="0" cy="0"/>
        </a:xfrm>
      </p:grpSpPr>
      <p:sp>
        <p:nvSpPr>
          <p:cNvPr id="1048597" name="Rectangle 2"/>
          <p:cNvSpPr/>
          <p:nvPr>
            <p:ph type="title" sz="full" idx="0"/>
          </p:nvPr>
        </p:nvSpPr>
        <p:spPr>
          <a:xfrm rot="0">
            <a:off x="457200" y="274637"/>
            <a:ext cx="8229600" cy="1143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Arial" pitchFamily="0" charset="0"/>
                <a:ea typeface="Arial" pitchFamily="0" charset="0"/>
                <a:sym typeface="Arial" pitchFamily="0" charset="0"/>
              </a:defRPr>
            </a:lvl1pPr>
          </a:lstStyle>
          <a:p>
            <a:pPr eaLnBrk="1" hangingPunct="1" lvl="0"/>
            <a:r>
              <a:rPr altLang="en-US" b="1" lang="en-GB">
                <a:solidFill>
                  <a:srgbClr val="00B050"/>
                </a:solidFill>
              </a:rPr>
              <a:t>PROTEIN</a:t>
            </a:r>
          </a:p>
        </p:txBody>
      </p:sp>
      <p:sp>
        <p:nvSpPr>
          <p:cNvPr id="1048598" name="Rectangle 3"/>
          <p:cNvSpPr/>
          <p:nvPr>
            <p:ph type="body" sz="full" idx="1"/>
          </p:nvPr>
        </p:nvSpPr>
        <p:spPr>
          <a:xfrm rot="0">
            <a:off x="457200" y="1600200"/>
            <a:ext cx="8229600" cy="4525962"/>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Arial" pitchFamily="0" charset="0"/>
                <a:ea typeface="Arial" pitchFamily="0" charset="0"/>
                <a:sym typeface="Arial" pitchFamily="0"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Arial" pitchFamily="0" charset="0"/>
                <a:ea typeface="Arial" pitchFamily="0" charset="0"/>
                <a:sym typeface="Arial" pitchFamily="0"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Arial" pitchFamily="0" charset="0"/>
                <a:ea typeface="Arial" pitchFamily="0" charset="0"/>
                <a:sym typeface="Arial" pitchFamily="0"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5pPr>
          </a:lstStyle>
          <a:p>
            <a:pPr eaLnBrk="1" hangingPunct="1" lvl="0">
              <a:lnSpc>
                <a:spcPct val="80000"/>
              </a:lnSpc>
            </a:pPr>
            <a:r>
              <a:rPr altLang="en-US" sz="2800" lang="en-GB"/>
              <a:t>The specific characteristic of protein is that they contain nitrogen, which is almost constant: approx. 16g nitrogen per 100g protein.</a:t>
            </a:r>
          </a:p>
          <a:p>
            <a:pPr eaLnBrk="1" hangingPunct="1" lvl="0">
              <a:lnSpc>
                <a:spcPct val="80000"/>
              </a:lnSpc>
            </a:pPr>
            <a:r>
              <a:rPr altLang="en-US" sz="2800" lang="en-GB"/>
              <a:t>Amino acids are the basic units of proteins. Proteins consist of amino acids linked by peptide bonds to form polypeptide chains.  The formation of polypeptide chains give rise to different types of proteins.</a:t>
            </a:r>
          </a:p>
          <a:p>
            <a:pPr eaLnBrk="1" hangingPunct="1" lvl="0">
              <a:lnSpc>
                <a:spcPct val="80000"/>
              </a:lnSpc>
            </a:pPr>
            <a:r>
              <a:rPr altLang="en-US" sz="2800" lang="en-GB"/>
              <a:t>There are 30 amino acids which occur in nature, (24 in the animal kingdom).  In man, 9 amino acids are essential (must be supplied by the diet as the body cannot synthesise them)</a:t>
            </a:r>
          </a:p>
        </p:txBody>
      </p:sp>
    </p:spTree>
  </p:cSld>
  <p:clrMapOvr>
    <a:masterClrMapping/>
  </p:clrMapOvr>
  <p:timing/>
</p:sld>
</file>

<file path=ppt/slides/slide8.xml><?xml version="1.0" encoding="utf-8"?>
<p:sld xmlns:a="http://schemas.openxmlformats.org/drawingml/2006/main" xmlns:r="http://schemas.openxmlformats.org/officeDocument/2006/relationships" xmlns:p="http://schemas.openxmlformats.org/presentationml/2006/main" showMasterSp="1">
  <p:cSld>
    <p:spTree>
      <p:nvGrpSpPr>
        <p:cNvPr id="58" name=""/>
        <p:cNvGrpSpPr/>
        <p:nvPr/>
      </p:nvGrpSpPr>
      <p:grpSpPr>
        <a:xfrm rot="0">
          <a:off x="0" y="0"/>
          <a:ext cx="0" cy="0"/>
          <a:chOff x="0" y="0"/>
          <a:chExt cx="0" cy="0"/>
        </a:xfrm>
      </p:grpSpPr>
      <p:sp>
        <p:nvSpPr>
          <p:cNvPr id="1048599" name="Rectangle 2"/>
          <p:cNvSpPr/>
          <p:nvPr>
            <p:ph type="title" sz="full" idx="0"/>
          </p:nvPr>
        </p:nvSpPr>
        <p:spPr>
          <a:xfrm rot="0">
            <a:off x="125412" y="274637"/>
            <a:ext cx="3465512" cy="1143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Arial" pitchFamily="0" charset="0"/>
                <a:ea typeface="Arial" pitchFamily="0" charset="0"/>
                <a:sym typeface="Arial" pitchFamily="0" charset="0"/>
              </a:defRPr>
            </a:lvl1pPr>
          </a:lstStyle>
          <a:p>
            <a:pPr eaLnBrk="1" hangingPunct="1" lvl="0"/>
            <a:r>
              <a:rPr altLang="en-US" lang="en-GB"/>
              <a:t>AMINO ACIDS</a:t>
            </a:r>
          </a:p>
        </p:txBody>
      </p:sp>
      <p:grpSp>
        <p:nvGrpSpPr>
          <p:cNvPr id="59" name=""/>
          <p:cNvGrpSpPr/>
          <p:nvPr/>
        </p:nvGrpSpPr>
        <p:grpSpPr>
          <a:xfrm rot="0">
            <a:off x="1652587" y="404812"/>
            <a:ext cx="7345362" cy="5976937"/>
            <a:chOff x="823" y="2723"/>
            <a:chExt cx="4173" cy="5733"/>
          </a:xfrm>
        </p:grpSpPr>
        <p:cxnSp>
          <p:nvCxnSpPr>
            <p:cNvPr id="3145728" name="_s1028"/>
            <p:cNvCxnSpPr>
              <a:cxnSpLocks/>
            </p:cNvCxnSpPr>
            <p:nvPr/>
          </p:nvCxnSpPr>
          <p:spPr>
            <a:xfrm rot="5400000" flipH="1">
              <a:off x="3182" y="3718"/>
              <a:ext cx="145" cy="691"/>
            </a:xfrm>
            <a:prstGeom prst="bentConnector3">
              <a:avLst>
                <a:gd name="adj1" fmla="val 50000"/>
              </a:avLst>
            </a:prstGeom>
            <a:ln w="28575" cap="flat" cmpd="sng">
              <a:solidFill>
                <a:schemeClr val="dk1">
                  <a:alpha val="100000"/>
                </a:schemeClr>
              </a:solidFill>
              <a:prstDash val="solid"/>
              <a:round/>
            </a:ln>
          </p:spPr>
        </p:cxnSp>
        <p:cxnSp>
          <p:nvCxnSpPr>
            <p:cNvPr id="3145729" name="_s1029"/>
            <p:cNvCxnSpPr>
              <a:cxnSpLocks/>
            </p:cNvCxnSpPr>
            <p:nvPr/>
          </p:nvCxnSpPr>
          <p:spPr>
            <a:xfrm rot="16200000">
              <a:off x="2492" y="3718"/>
              <a:ext cx="145" cy="690"/>
            </a:xfrm>
            <a:prstGeom prst="bentConnector3">
              <a:avLst>
                <a:gd name="adj1" fmla="val 50000"/>
              </a:avLst>
            </a:prstGeom>
            <a:ln w="28575" cap="flat" cmpd="sng">
              <a:solidFill>
                <a:schemeClr val="dk1">
                  <a:alpha val="100000"/>
                </a:schemeClr>
              </a:solidFill>
              <a:prstDash val="solid"/>
              <a:round/>
            </a:ln>
          </p:spPr>
        </p:cxnSp>
        <p:sp>
          <p:nvSpPr>
            <p:cNvPr id="1048600" name="_s1030"/>
            <p:cNvSpPr/>
            <p:nvPr/>
          </p:nvSpPr>
          <p:spPr>
            <a:xfrm rot="0">
              <a:off x="2477" y="3678"/>
              <a:ext cx="864" cy="314"/>
            </a:xfrm>
            <a:prstGeom prst="roundRect"/>
            <a:solidFill>
              <a:schemeClr val="accent1"/>
            </a:solidFill>
            <a:ln w="9525" cap="flat" cmpd="sng">
              <a:solidFill>
                <a:schemeClr val="dk1">
                  <a:alpha val="100000"/>
                </a:schemeClr>
              </a:solidFill>
              <a:prstDash val="solid"/>
              <a:round/>
            </a:ln>
          </p:spPr>
          <p:txBody>
            <a:bodyPr anchor="ctr" bIns="27862" lIns="55723" rIns="55723" tIns="27862" vert="horz" wrap="none"/>
            <a:lstStyle>
              <a:lvl1pPr algn="l" eaLnBrk="0" fontAlgn="base" hangingPunct="0"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0" fontAlgn="base" hangingPunct="0"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0" fontAlgn="base" hangingPunct="0"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0" fontAlgn="base" hangingPunct="0"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0" fontAlgn="base" hangingPunct="0"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algn="ctr" eaLnBrk="1" hangingPunct="1" lvl="0"/>
              <a:r>
                <a:rPr sz="1400" lang="zh-CN">
                  <a:ea typeface="Arial" pitchFamily="0" charset="0"/>
                </a:rPr>
                <a:t>Amino Acid</a:t>
              </a:r>
            </a:p>
          </p:txBody>
        </p:sp>
        <p:sp>
          <p:nvSpPr>
            <p:cNvPr id="1048601" name="_s1031"/>
            <p:cNvSpPr/>
            <p:nvPr/>
          </p:nvSpPr>
          <p:spPr>
            <a:xfrm rot="0">
              <a:off x="1600" y="4136"/>
              <a:ext cx="1237" cy="3804"/>
            </a:xfrm>
            <a:prstGeom prst="roundRect"/>
            <a:solidFill>
              <a:schemeClr val="accent1"/>
            </a:solidFill>
            <a:ln w="9525" cap="flat" cmpd="sng">
              <a:solidFill>
                <a:schemeClr val="dk1">
                  <a:alpha val="100000"/>
                </a:schemeClr>
              </a:solidFill>
              <a:prstDash val="solid"/>
              <a:round/>
            </a:ln>
          </p:spPr>
          <p:txBody>
            <a:bodyPr anchor="ctr" bIns="27862" lIns="55723" rIns="55723" tIns="27862" vert="horz" wrap="none"/>
            <a:lstStyle>
              <a:lvl1pPr algn="l" eaLnBrk="0" fontAlgn="base" hangingPunct="0"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0" fontAlgn="base" hangingPunct="0"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0" fontAlgn="base" hangingPunct="0"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0" fontAlgn="base" hangingPunct="0"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0" fontAlgn="base" hangingPunct="0"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algn="ctr" eaLnBrk="1" hangingPunct="1" lvl="0"/>
              <a:r>
                <a:rPr lang="zh-CN">
                  <a:ea typeface="Arial" pitchFamily="0" charset="0"/>
                </a:rPr>
                <a:t>Non essential </a:t>
              </a:r>
            </a:p>
            <a:p>
              <a:pPr algn="ctr" eaLnBrk="1" hangingPunct="1" lvl="0"/>
              <a:r>
                <a:rPr lang="zh-CN">
                  <a:ea typeface="Arial" pitchFamily="0" charset="0"/>
                </a:rPr>
                <a:t>Amino Acids</a:t>
              </a:r>
            </a:p>
            <a:p>
              <a:pPr algn="ctr" eaLnBrk="1" hangingPunct="1" lvl="0"/>
              <a:endParaRPr lang="zh-CN">
                <a:ea typeface="Arial" pitchFamily="0" charset="0"/>
              </a:endParaRPr>
            </a:p>
            <a:p>
              <a:pPr algn="ctr" eaLnBrk="1" hangingPunct="1" lvl="0"/>
              <a:r>
                <a:rPr lang="zh-CN">
                  <a:ea typeface="Arial" pitchFamily="0" charset="0"/>
                </a:rPr>
                <a:t>ASPARTIC ACID</a:t>
              </a:r>
            </a:p>
            <a:p>
              <a:pPr algn="ctr" eaLnBrk="1" hangingPunct="1" lvl="0"/>
              <a:r>
                <a:rPr lang="zh-CN">
                  <a:ea typeface="Arial" pitchFamily="0" charset="0"/>
                </a:rPr>
                <a:t>GLUTAMIC ACID</a:t>
              </a:r>
            </a:p>
            <a:p>
              <a:pPr algn="ctr" eaLnBrk="1" hangingPunct="1" lvl="0"/>
              <a:r>
                <a:rPr lang="zh-CN">
                  <a:ea typeface="Arial" pitchFamily="0" charset="0"/>
                </a:rPr>
                <a:t>ALANINE</a:t>
              </a:r>
            </a:p>
            <a:p>
              <a:pPr algn="ctr" eaLnBrk="1" hangingPunct="1" lvl="0"/>
              <a:r>
                <a:rPr lang="zh-CN">
                  <a:ea typeface="Arial" pitchFamily="0" charset="0"/>
                </a:rPr>
                <a:t>ARGININE</a:t>
              </a:r>
            </a:p>
            <a:p>
              <a:pPr algn="ctr" eaLnBrk="1" hangingPunct="1" lvl="0"/>
              <a:r>
                <a:rPr lang="zh-CN">
                  <a:ea typeface="Arial" pitchFamily="0" charset="0"/>
                </a:rPr>
                <a:t>CYSTINE</a:t>
              </a:r>
            </a:p>
            <a:p>
              <a:pPr algn="ctr" eaLnBrk="1" hangingPunct="1" lvl="0"/>
              <a:r>
                <a:rPr lang="zh-CN">
                  <a:ea typeface="Arial" pitchFamily="0" charset="0"/>
                </a:rPr>
                <a:t>GLYCINE</a:t>
              </a:r>
            </a:p>
            <a:p>
              <a:pPr algn="ctr" eaLnBrk="1" hangingPunct="1" lvl="0"/>
              <a:r>
                <a:rPr lang="zh-CN">
                  <a:ea typeface="Arial" pitchFamily="0" charset="0"/>
                </a:rPr>
                <a:t>HYDROXYPROLINE</a:t>
              </a:r>
            </a:p>
            <a:p>
              <a:pPr algn="ctr" eaLnBrk="1" hangingPunct="1" lvl="0"/>
              <a:r>
                <a:rPr lang="zh-CN">
                  <a:ea typeface="Arial" pitchFamily="0" charset="0"/>
                </a:rPr>
                <a:t>PROLINE</a:t>
              </a:r>
            </a:p>
            <a:p>
              <a:pPr algn="ctr" eaLnBrk="1" hangingPunct="1" lvl="0"/>
              <a:r>
                <a:rPr lang="zh-CN">
                  <a:ea typeface="Arial" pitchFamily="0" charset="0"/>
                </a:rPr>
                <a:t>SERINE</a:t>
              </a:r>
            </a:p>
            <a:p>
              <a:pPr algn="ctr" eaLnBrk="1" hangingPunct="1" lvl="0"/>
              <a:r>
                <a:rPr lang="zh-CN">
                  <a:ea typeface="Arial" pitchFamily="0" charset="0"/>
                </a:rPr>
                <a:t>TYROSINE</a:t>
              </a:r>
            </a:p>
            <a:p>
              <a:pPr algn="ctr" eaLnBrk="1" hangingPunct="1" lvl="0"/>
              <a:endParaRPr lang="zh-CN">
                <a:ea typeface="Arial" pitchFamily="0" charset="0"/>
              </a:endParaRPr>
            </a:p>
          </p:txBody>
        </p:sp>
        <p:sp>
          <p:nvSpPr>
            <p:cNvPr id="1048602" name="_s1032"/>
            <p:cNvSpPr/>
            <p:nvPr/>
          </p:nvSpPr>
          <p:spPr>
            <a:xfrm rot="0">
              <a:off x="2981" y="4136"/>
              <a:ext cx="1237" cy="3804"/>
            </a:xfrm>
            <a:prstGeom prst="roundRect"/>
            <a:solidFill>
              <a:schemeClr val="accent1"/>
            </a:solidFill>
            <a:ln w="9525" cap="flat" cmpd="sng">
              <a:solidFill>
                <a:schemeClr val="dk1">
                  <a:alpha val="100000"/>
                </a:schemeClr>
              </a:solidFill>
              <a:prstDash val="solid"/>
              <a:round/>
            </a:ln>
          </p:spPr>
          <p:txBody>
            <a:bodyPr anchor="ctr" bIns="27862" lIns="55723" rIns="55723" tIns="27862" vert="horz" wrap="none"/>
            <a:lstStyle>
              <a:lvl1pPr algn="l" eaLnBrk="0" fontAlgn="base" hangingPunct="0"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0" fontAlgn="base" hangingPunct="0"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0" fontAlgn="base" hangingPunct="0"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0" fontAlgn="base" hangingPunct="0"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0" fontAlgn="base" hangingPunct="0"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algn="ctr" eaLnBrk="1" hangingPunct="1" lvl="0"/>
              <a:r>
                <a:rPr lang="zh-CN">
                  <a:ea typeface="Arial" pitchFamily="0" charset="0"/>
                </a:rPr>
                <a:t>Essential </a:t>
              </a:r>
            </a:p>
            <a:p>
              <a:pPr algn="ctr" eaLnBrk="1" hangingPunct="1" lvl="0"/>
              <a:r>
                <a:rPr lang="zh-CN">
                  <a:ea typeface="Arial" pitchFamily="0" charset="0"/>
                </a:rPr>
                <a:t>Amino Acids</a:t>
              </a:r>
            </a:p>
            <a:p>
              <a:pPr algn="ctr" eaLnBrk="1" hangingPunct="1" lvl="0"/>
              <a:endParaRPr lang="zh-CN">
                <a:ea typeface="Arial" pitchFamily="0" charset="0"/>
              </a:endParaRPr>
            </a:p>
            <a:p>
              <a:pPr algn="ctr" eaLnBrk="1" hangingPunct="1" lvl="0"/>
              <a:r>
                <a:rPr lang="zh-CN">
                  <a:ea typeface="Arial" pitchFamily="0" charset="0"/>
                </a:rPr>
                <a:t>ISOLEUCINE</a:t>
              </a:r>
            </a:p>
            <a:p>
              <a:pPr algn="ctr" eaLnBrk="1" hangingPunct="1" lvl="0"/>
              <a:r>
                <a:rPr lang="zh-CN">
                  <a:ea typeface="Arial" pitchFamily="0" charset="0"/>
                </a:rPr>
                <a:t>LEUCINE</a:t>
              </a:r>
            </a:p>
            <a:p>
              <a:pPr algn="ctr" eaLnBrk="1" hangingPunct="1" lvl="0"/>
              <a:r>
                <a:rPr lang="zh-CN">
                  <a:ea typeface="Arial" pitchFamily="0" charset="0"/>
                </a:rPr>
                <a:t>LYSINE</a:t>
              </a:r>
            </a:p>
            <a:p>
              <a:pPr algn="ctr" eaLnBrk="1" hangingPunct="1" lvl="0"/>
              <a:r>
                <a:rPr lang="zh-CN">
                  <a:ea typeface="Arial" pitchFamily="0" charset="0"/>
                </a:rPr>
                <a:t>METHIONINE</a:t>
              </a:r>
            </a:p>
            <a:p>
              <a:pPr algn="ctr" eaLnBrk="1" hangingPunct="1" lvl="0"/>
              <a:r>
                <a:rPr lang="zh-CN">
                  <a:ea typeface="Arial" pitchFamily="0" charset="0"/>
                </a:rPr>
                <a:t>PHENYALANINE</a:t>
              </a:r>
            </a:p>
            <a:p>
              <a:pPr algn="ctr" eaLnBrk="1" hangingPunct="1" lvl="0"/>
              <a:r>
                <a:rPr lang="zh-CN">
                  <a:ea typeface="Arial" pitchFamily="0" charset="0"/>
                </a:rPr>
                <a:t>THREONINE</a:t>
              </a:r>
            </a:p>
            <a:p>
              <a:pPr algn="ctr" eaLnBrk="1" hangingPunct="1" lvl="0"/>
              <a:r>
                <a:rPr lang="zh-CN">
                  <a:ea typeface="Arial" pitchFamily="0" charset="0"/>
                </a:rPr>
                <a:t>TRYPTOPHAN</a:t>
              </a:r>
            </a:p>
            <a:p>
              <a:pPr algn="ctr" eaLnBrk="1" hangingPunct="1" lvl="0"/>
              <a:r>
                <a:rPr lang="zh-CN">
                  <a:ea typeface="Arial" pitchFamily="0" charset="0"/>
                </a:rPr>
                <a:t>VALINE</a:t>
              </a:r>
            </a:p>
            <a:p>
              <a:pPr algn="ctr" eaLnBrk="1" hangingPunct="1" lvl="0"/>
              <a:r>
                <a:rPr lang="zh-CN">
                  <a:ea typeface="Arial" pitchFamily="0" charset="0"/>
                </a:rPr>
                <a:t>HISTIDINE</a:t>
              </a:r>
            </a:p>
            <a:p>
              <a:pPr algn="ctr" eaLnBrk="1" hangingPunct="1" lvl="0"/>
              <a:endParaRPr lang="zh-CN">
                <a:ea typeface="Arial" pitchFamily="0" charset="0"/>
              </a:endParaRPr>
            </a:p>
          </p:txBody>
        </p:sp>
      </p:grpSp>
    </p:spTree>
  </p:cSld>
  <p:clrMapOvr>
    <a:masterClrMapping/>
  </p:clrMapOvr>
  <p:timing/>
</p:sld>
</file>

<file path=ppt/slides/slide9.xml><?xml version="1.0" encoding="utf-8"?>
<p:sld xmlns:a="http://schemas.openxmlformats.org/drawingml/2006/main" xmlns:r="http://schemas.openxmlformats.org/officeDocument/2006/relationships" xmlns:p="http://schemas.openxmlformats.org/presentationml/2006/main" showMasterSp="1">
  <p:cSld>
    <p:spTree>
      <p:nvGrpSpPr>
        <p:cNvPr id="61" name=""/>
        <p:cNvGrpSpPr/>
        <p:nvPr/>
      </p:nvGrpSpPr>
      <p:grpSpPr>
        <a:xfrm rot="0">
          <a:off x="0" y="0"/>
          <a:ext cx="0" cy="0"/>
          <a:chOff x="0" y="0"/>
          <a:chExt cx="0" cy="0"/>
        </a:xfrm>
      </p:grpSpPr>
      <p:sp>
        <p:nvSpPr>
          <p:cNvPr id="1048605" name="Rectangle 2"/>
          <p:cNvSpPr/>
          <p:nvPr>
            <p:ph type="title" sz="full" idx="0"/>
          </p:nvPr>
        </p:nvSpPr>
        <p:spPr>
          <a:xfrm rot="0">
            <a:off x="457200" y="274637"/>
            <a:ext cx="8229600" cy="1143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Arial" pitchFamily="0" charset="0"/>
                <a:ea typeface="Arial" pitchFamily="0" charset="0"/>
                <a:sym typeface="Arial" pitchFamily="0" charset="0"/>
              </a:defRPr>
            </a:lvl1pPr>
          </a:lstStyle>
          <a:p>
            <a:pPr eaLnBrk="1" hangingPunct="1" lvl="0"/>
            <a:r>
              <a:rPr altLang="en-US" b="1" lang="en-GB">
                <a:solidFill>
                  <a:srgbClr val="00B050"/>
                </a:solidFill>
              </a:rPr>
              <a:t>SOURCES OF PROTEINS</a:t>
            </a:r>
          </a:p>
        </p:txBody>
      </p:sp>
      <p:sp>
        <p:nvSpPr>
          <p:cNvPr id="1048606" name="Rectangle 3"/>
          <p:cNvSpPr/>
          <p:nvPr>
            <p:ph type="body" sz="full" idx="1"/>
          </p:nvPr>
        </p:nvSpPr>
        <p:spPr>
          <a:xfrm rot="0">
            <a:off x="457200" y="1600200"/>
            <a:ext cx="8229600" cy="4525962"/>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Arial" pitchFamily="0" charset="0"/>
                <a:ea typeface="Arial" pitchFamily="0" charset="0"/>
                <a:sym typeface="Arial" pitchFamily="0"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Arial" pitchFamily="0" charset="0"/>
                <a:ea typeface="Arial" pitchFamily="0" charset="0"/>
                <a:sym typeface="Arial" pitchFamily="0"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Arial" pitchFamily="0" charset="0"/>
                <a:ea typeface="Arial" pitchFamily="0" charset="0"/>
                <a:sym typeface="Arial" pitchFamily="0"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5pPr>
          </a:lstStyle>
          <a:p>
            <a:pPr eaLnBrk="1" hangingPunct="1" lvl="0"/>
            <a:r>
              <a:rPr altLang="en-US" sz="3600" lang="en-GB"/>
              <a:t>Animal Proteins: meat, fish, eggs, milk, cheese</a:t>
            </a:r>
          </a:p>
          <a:p>
            <a:pPr eaLnBrk="1" hangingPunct="1" lvl="0"/>
            <a:r>
              <a:rPr altLang="en-US" sz="3600" lang="en-GB"/>
              <a:t>Plant Proteins: cereals (bread, rusks, pasta), pulses (lentils, chickpeas, beans)</a:t>
            </a:r>
          </a:p>
          <a:p>
            <a:pPr eaLnBrk="1" hangingPunct="1" lvl="0">
              <a:buFontTx/>
              <a:buNone/>
            </a:pPr>
            <a:r>
              <a:rPr altLang="en-US" sz="3600" lang="en-GB"/>
              <a:t>Vegetables – these usually have a low protein content (1 – 2%)</a:t>
            </a:r>
          </a:p>
        </p:txBody>
      </p:sp>
    </p:spTree>
  </p:cSld>
  <p:clrMapOvr>
    <a:masterClrMapping/>
  </p:clrMapOvr>
  <p:timing/>
</p:sld>
</file>

<file path=ppt/slides/slide10.xml><?xml version="1.0" encoding="utf-8"?>
<p:sld xmlns:a="http://schemas.openxmlformats.org/drawingml/2006/main" xmlns:r="http://schemas.openxmlformats.org/officeDocument/2006/relationships" xmlns:p="http://schemas.openxmlformats.org/presentationml/2006/main" showMasterSp="1">
  <p:cSld>
    <p:spTree>
      <p:nvGrpSpPr>
        <p:cNvPr id="62" name=""/>
        <p:cNvGrpSpPr/>
        <p:nvPr/>
      </p:nvGrpSpPr>
      <p:grpSpPr>
        <a:xfrm rot="0">
          <a:off x="0" y="0"/>
          <a:ext cx="0" cy="0"/>
          <a:chOff x="0" y="0"/>
          <a:chExt cx="0" cy="0"/>
        </a:xfrm>
      </p:grpSpPr>
      <p:sp>
        <p:nvSpPr>
          <p:cNvPr id="1048607" name="Rectangle 2"/>
          <p:cNvSpPr/>
          <p:nvPr>
            <p:ph type="title" sz="full" idx="0"/>
          </p:nvPr>
        </p:nvSpPr>
        <p:spPr>
          <a:xfrm rot="0">
            <a:off x="457200" y="274637"/>
            <a:ext cx="8229600" cy="1143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Arial" pitchFamily="0" charset="0"/>
                <a:ea typeface="Arial" pitchFamily="0" charset="0"/>
                <a:sym typeface="Arial" pitchFamily="0" charset="0"/>
              </a:defRPr>
            </a:lvl1pPr>
          </a:lstStyle>
          <a:p>
            <a:pPr eaLnBrk="1" hangingPunct="1" lvl="0"/>
            <a:r>
              <a:rPr altLang="en-US" b="1" lang="en-GB">
                <a:solidFill>
                  <a:srgbClr val="00B050"/>
                </a:solidFill>
              </a:rPr>
              <a:t>ROLE OF PROTEINS</a:t>
            </a:r>
          </a:p>
        </p:txBody>
      </p:sp>
      <p:sp>
        <p:nvSpPr>
          <p:cNvPr id="1048608" name="Rectangle 3"/>
          <p:cNvSpPr/>
          <p:nvPr>
            <p:ph type="body" sz="full" idx="1"/>
          </p:nvPr>
        </p:nvSpPr>
        <p:spPr>
          <a:xfrm rot="0">
            <a:off x="323850" y="1196975"/>
            <a:ext cx="8820150" cy="5661025"/>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Arial" pitchFamily="0" charset="0"/>
                <a:ea typeface="Arial" pitchFamily="0" charset="0"/>
                <a:sym typeface="Arial" pitchFamily="0"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Arial" pitchFamily="0" charset="0"/>
                <a:ea typeface="Arial" pitchFamily="0" charset="0"/>
                <a:sym typeface="Arial" pitchFamily="0"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Arial" pitchFamily="0" charset="0"/>
                <a:ea typeface="Arial" pitchFamily="0" charset="0"/>
                <a:sym typeface="Arial" pitchFamily="0"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5pPr>
          </a:lstStyle>
          <a:p>
            <a:pPr eaLnBrk="1" hangingPunct="1" lvl="0"/>
            <a:r>
              <a:rPr altLang="en-US" lang="en-GB"/>
              <a:t>Proteins are used in building and renewing tissues.  There is continual exchange between endogenous proteins (body constituents) and dietary proteins.  Therefore protein intake must be frequent and adequate.</a:t>
            </a:r>
          </a:p>
          <a:p>
            <a:pPr eaLnBrk="1" hangingPunct="1" lvl="0"/>
            <a:r>
              <a:rPr altLang="en-US" lang="en-GB"/>
              <a:t>Proteins also have an energy – providing role (1g protein releases 4 kcal). This energy is only utilised if the carbohydrate and fat intake is inadequate or if the protein quality is poor.</a:t>
            </a:r>
          </a:p>
        </p:txBody>
      </p:sp>
    </p:spTree>
  </p:cSld>
  <p:clrMapOvr>
    <a:masterClrMapping/>
  </p:clrMapOvr>
  <p:timing/>
</p:sld>
</file>

<file path=ppt/slides/slide11.xml><?xml version="1.0" encoding="utf-8"?>
<p:sld xmlns:a="http://schemas.openxmlformats.org/drawingml/2006/main" xmlns:r="http://schemas.openxmlformats.org/officeDocument/2006/relationships" xmlns:p="http://schemas.openxmlformats.org/presentationml/2006/main" showMasterSp="1">
  <p:cSld>
    <p:spTree>
      <p:nvGrpSpPr>
        <p:cNvPr id="63" name=""/>
        <p:cNvGrpSpPr/>
        <p:nvPr/>
      </p:nvGrpSpPr>
      <p:grpSpPr>
        <a:xfrm rot="0">
          <a:off x="0" y="0"/>
          <a:ext cx="0" cy="0"/>
          <a:chOff x="0" y="0"/>
          <a:chExt cx="0" cy="0"/>
        </a:xfrm>
      </p:grpSpPr>
      <p:pic>
        <p:nvPicPr>
          <p:cNvPr id="2097155" name="Content Placeholder 3" descr="ScannedImage-7.jpg"/>
          <p:cNvPicPr>
            <a:picLocks/>
          </p:cNvPicPr>
          <p:nvPr>
            <p:ph sz="full" idx="1"/>
          </p:nvPr>
        </p:nvPicPr>
        <p:blipFill>
          <a:blip xmlns:r="http://schemas.openxmlformats.org/officeDocument/2006/relationships" r:embed="rId1"/>
          <a:srcRect l="0" t="0" r="0" b="0"/>
          <a:stretch>
            <a:fillRect/>
          </a:stretch>
        </p:blipFill>
        <p:spPr>
          <a:xfrm rot="0">
            <a:off x="1619250" y="188912"/>
            <a:ext cx="5616575" cy="6256337"/>
          </a:xfrm>
          <a:prstGeom prst="rect"/>
          <a:noFill/>
          <a:ln>
            <a:noFill/>
          </a:ln>
        </p:spPr>
      </p:pic>
    </p:spTree>
  </p:cSld>
  <p:clrMapOvr>
    <a:masterClrMapping/>
  </p:clrMapOvr>
  <p:timing/>
</p:sld>
</file>

<file path=ppt/slides/slide12.xml><?xml version="1.0" encoding="utf-8"?>
<p:sld xmlns:a="http://schemas.openxmlformats.org/drawingml/2006/main" xmlns:r="http://schemas.openxmlformats.org/officeDocument/2006/relationships" xmlns:p="http://schemas.openxmlformats.org/presentationml/2006/main" showMasterSp="1">
  <p:cSld>
    <p:spTree>
      <p:nvGrpSpPr>
        <p:cNvPr id="64" name=""/>
        <p:cNvGrpSpPr/>
        <p:nvPr/>
      </p:nvGrpSpPr>
      <p:grpSpPr>
        <a:xfrm rot="0">
          <a:off x="0" y="0"/>
          <a:ext cx="0" cy="0"/>
          <a:chOff x="0" y="0"/>
          <a:chExt cx="0" cy="0"/>
        </a:xfrm>
      </p:grpSpPr>
      <p:sp>
        <p:nvSpPr>
          <p:cNvPr id="1048609" name="Rectangle 2"/>
          <p:cNvSpPr/>
          <p:nvPr>
            <p:ph type="title" sz="full" idx="0"/>
          </p:nvPr>
        </p:nvSpPr>
        <p:spPr>
          <a:xfrm rot="0">
            <a:off x="457200" y="274637"/>
            <a:ext cx="8229600" cy="1143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Arial" pitchFamily="0" charset="0"/>
                <a:ea typeface="Arial" pitchFamily="0" charset="0"/>
                <a:sym typeface="Arial" pitchFamily="0" charset="0"/>
              </a:defRPr>
            </a:lvl1pPr>
          </a:lstStyle>
          <a:p>
            <a:pPr eaLnBrk="1" hangingPunct="1" lvl="0"/>
            <a:r>
              <a:rPr altLang="en-US" b="1" sz="4000" lang="en-GB">
                <a:solidFill>
                  <a:srgbClr val="00B050"/>
                </a:solidFill>
              </a:rPr>
              <a:t>HOW TO IMPROVE THE QUALITY OF PROTEIN</a:t>
            </a:r>
          </a:p>
        </p:txBody>
      </p:sp>
      <p:sp>
        <p:nvSpPr>
          <p:cNvPr id="1048610" name="Rectangle 3"/>
          <p:cNvSpPr/>
          <p:nvPr>
            <p:ph type="body" sz="full" idx="1"/>
          </p:nvPr>
        </p:nvSpPr>
        <p:spPr>
          <a:xfrm rot="0">
            <a:off x="457200" y="1600200"/>
            <a:ext cx="8229600" cy="4525962"/>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Arial" pitchFamily="0" charset="0"/>
                <a:ea typeface="Arial" pitchFamily="0" charset="0"/>
                <a:sym typeface="Arial" pitchFamily="0"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Arial" pitchFamily="0" charset="0"/>
                <a:ea typeface="Arial" pitchFamily="0" charset="0"/>
                <a:sym typeface="Arial" pitchFamily="0"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Arial" pitchFamily="0" charset="0"/>
                <a:ea typeface="Arial" pitchFamily="0" charset="0"/>
                <a:sym typeface="Arial" pitchFamily="0"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5pPr>
          </a:lstStyle>
          <a:p>
            <a:pPr eaLnBrk="1" hangingPunct="1" lvl="0"/>
            <a:r>
              <a:rPr altLang="en-US" lang="en-GB"/>
              <a:t>Protein can be enriched with the limiting amino acid or acids. Though amino acids are rather expensive and not easily available.</a:t>
            </a:r>
          </a:p>
          <a:p>
            <a:pPr eaLnBrk="1" hangingPunct="1" lvl="0"/>
            <a:r>
              <a:rPr altLang="en-US" lang="en-GB"/>
              <a:t>The quality of proteins can be improved by combining different foods having complementary amino acid</a:t>
            </a:r>
          </a:p>
        </p:txBody>
      </p:sp>
    </p:spTree>
  </p:cSld>
  <p:clrMapOvr>
    <a:masterClrMapping/>
  </p:clrMapOvr>
  <p:timing/>
</p:sld>
</file>

<file path=ppt/slides/slide13.xml><?xml version="1.0" encoding="utf-8"?>
<p:sld xmlns:a="http://schemas.openxmlformats.org/drawingml/2006/main" xmlns:r="http://schemas.openxmlformats.org/officeDocument/2006/relationships" xmlns:p="http://schemas.openxmlformats.org/presentationml/2006/main" showMasterSp="1">
  <p:cSld>
    <p:spTree>
      <p:nvGrpSpPr>
        <p:cNvPr id="65" name=""/>
        <p:cNvGrpSpPr/>
        <p:nvPr/>
      </p:nvGrpSpPr>
      <p:grpSpPr>
        <a:xfrm rot="0">
          <a:off x="0" y="0"/>
          <a:ext cx="0" cy="0"/>
          <a:chOff x="0" y="0"/>
          <a:chExt cx="0" cy="0"/>
        </a:xfrm>
      </p:grpSpPr>
      <p:sp>
        <p:nvSpPr>
          <p:cNvPr id="1048611" name="Rectangle 2"/>
          <p:cNvSpPr/>
          <p:nvPr>
            <p:ph type="title" sz="full" idx="0"/>
          </p:nvPr>
        </p:nvSpPr>
        <p:spPr>
          <a:xfrm rot="0">
            <a:off x="457200" y="274637"/>
            <a:ext cx="8229600" cy="1143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Arial" pitchFamily="0" charset="0"/>
                <a:ea typeface="Arial" pitchFamily="0" charset="0"/>
                <a:sym typeface="Arial" pitchFamily="0" charset="0"/>
              </a:defRPr>
            </a:lvl1pPr>
          </a:lstStyle>
          <a:p>
            <a:pPr eaLnBrk="1" hangingPunct="1" lvl="0"/>
            <a:r>
              <a:rPr altLang="en-US" b="1" lang="en-GB">
                <a:solidFill>
                  <a:srgbClr val="00B050"/>
                </a:solidFill>
              </a:rPr>
              <a:t>LIPIDS</a:t>
            </a:r>
          </a:p>
        </p:txBody>
      </p:sp>
      <p:sp>
        <p:nvSpPr>
          <p:cNvPr id="1048612" name="Rectangle 3"/>
          <p:cNvSpPr/>
          <p:nvPr>
            <p:ph type="body" sz="full" idx="1"/>
          </p:nvPr>
        </p:nvSpPr>
        <p:spPr>
          <a:xfrm rot="0">
            <a:off x="457200" y="1600200"/>
            <a:ext cx="8229600" cy="4852987"/>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Arial" pitchFamily="0" charset="0"/>
                <a:ea typeface="Arial" pitchFamily="0" charset="0"/>
                <a:sym typeface="Arial" pitchFamily="0"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Arial" pitchFamily="0" charset="0"/>
                <a:ea typeface="Arial" pitchFamily="0" charset="0"/>
                <a:sym typeface="Arial" pitchFamily="0"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Arial" pitchFamily="0" charset="0"/>
                <a:ea typeface="Arial" pitchFamily="0" charset="0"/>
                <a:sym typeface="Arial" pitchFamily="0"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5pPr>
          </a:lstStyle>
          <a:p>
            <a:pPr eaLnBrk="1" hangingPunct="1" lvl="0"/>
            <a:r>
              <a:rPr altLang="en-US" lang="en-GB"/>
              <a:t>The lipids (fats) are widely distributed in nature and are characterised by their insolubility in water and high solubility in organic solvents.</a:t>
            </a:r>
          </a:p>
          <a:p>
            <a:pPr eaLnBrk="1" hangingPunct="1" lvl="0"/>
            <a:r>
              <a:rPr altLang="en-US" lang="en-GB"/>
              <a:t>They are a group of compounds including solids such as waxes, and liquids such as oils.</a:t>
            </a:r>
          </a:p>
          <a:p>
            <a:pPr eaLnBrk="1" hangingPunct="1" lvl="0"/>
            <a:r>
              <a:rPr altLang="en-US" lang="en-GB"/>
              <a:t>Phosphorus and also sulphur are constituents of some lipids.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1">
  <p:cSld>
    <p:spTree>
      <p:nvGrpSpPr>
        <p:cNvPr id="66" name=""/>
        <p:cNvGrpSpPr/>
        <p:nvPr/>
      </p:nvGrpSpPr>
      <p:grpSpPr>
        <a:xfrm rot="0">
          <a:off x="0" y="0"/>
          <a:ext cx="0" cy="0"/>
          <a:chOff x="0" y="0"/>
          <a:chExt cx="0" cy="0"/>
        </a:xfrm>
      </p:grpSpPr>
      <p:sp>
        <p:nvSpPr>
          <p:cNvPr id="1048613" name="Rectangle 2"/>
          <p:cNvSpPr/>
          <p:nvPr>
            <p:ph type="title" sz="full" idx="0"/>
          </p:nvPr>
        </p:nvSpPr>
        <p:spPr>
          <a:xfrm rot="0">
            <a:off x="457200" y="274637"/>
            <a:ext cx="8229600" cy="1143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Arial" pitchFamily="0" charset="0"/>
                <a:ea typeface="Arial" pitchFamily="0" charset="0"/>
                <a:sym typeface="Arial" pitchFamily="0" charset="0"/>
              </a:defRPr>
            </a:lvl1pPr>
          </a:lstStyle>
          <a:p>
            <a:pPr eaLnBrk="1" hangingPunct="1" lvl="0"/>
            <a:r>
              <a:rPr altLang="en-US" b="1" lang="en-GB">
                <a:solidFill>
                  <a:srgbClr val="00B050"/>
                </a:solidFill>
              </a:rPr>
              <a:t>FATTY ACIDS</a:t>
            </a:r>
          </a:p>
        </p:txBody>
      </p:sp>
      <p:sp>
        <p:nvSpPr>
          <p:cNvPr id="1048614" name="Rectangle 3"/>
          <p:cNvSpPr/>
          <p:nvPr>
            <p:ph type="body" sz="full" idx="1"/>
          </p:nvPr>
        </p:nvSpPr>
        <p:spPr>
          <a:xfrm rot="0">
            <a:off x="457200" y="1600200"/>
            <a:ext cx="8229600" cy="4525962"/>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Arial" pitchFamily="0" charset="0"/>
                <a:ea typeface="Arial" pitchFamily="0" charset="0"/>
                <a:sym typeface="Arial" pitchFamily="0"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Arial" pitchFamily="0" charset="0"/>
                <a:ea typeface="Arial" pitchFamily="0" charset="0"/>
                <a:sym typeface="Arial" pitchFamily="0"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Arial" pitchFamily="0" charset="0"/>
                <a:ea typeface="Arial" pitchFamily="0" charset="0"/>
                <a:sym typeface="Arial" pitchFamily="0"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5pPr>
          </a:lstStyle>
          <a:p>
            <a:pPr eaLnBrk="1" hangingPunct="1" lvl="0"/>
            <a:r>
              <a:rPr altLang="en-US" sz="3600" lang="en-GB"/>
              <a:t>The basic components of lipids are fatty acids.  They form chains that vary in length from 4 to 26 carbon atoms.</a:t>
            </a:r>
          </a:p>
          <a:p>
            <a:pPr eaLnBrk="1" hangingPunct="1" lvl="0"/>
            <a:r>
              <a:rPr altLang="en-US" sz="3600" lang="en-GB"/>
              <a:t>The fatty acids are not linked in a long chain (as amino acids in proteins) but are bound to an alcohol, Glycerol, to form triglycerides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1">
  <p:cSld>
    <p:spTree>
      <p:nvGrpSpPr>
        <p:cNvPr id="67" name=""/>
        <p:cNvGrpSpPr/>
        <p:nvPr/>
      </p:nvGrpSpPr>
      <p:grpSpPr>
        <a:xfrm rot="0">
          <a:off x="0" y="0"/>
          <a:ext cx="0" cy="0"/>
          <a:chOff x="0" y="0"/>
          <a:chExt cx="0" cy="0"/>
        </a:xfrm>
      </p:grpSpPr>
      <p:pic>
        <p:nvPicPr>
          <p:cNvPr id="2097156" name="Content Placeholder 3" descr="ScannedImage-8.jpg"/>
          <p:cNvPicPr>
            <a:picLocks/>
          </p:cNvPicPr>
          <p:nvPr>
            <p:ph sz="full" idx="1"/>
          </p:nvPr>
        </p:nvPicPr>
        <p:blipFill>
          <a:blip xmlns:r="http://schemas.openxmlformats.org/officeDocument/2006/relationships" r:embed="rId1"/>
          <a:srcRect l="2942" t="2351" r="4395" b="3616"/>
          <a:stretch>
            <a:fillRect/>
          </a:stretch>
        </p:blipFill>
        <p:spPr>
          <a:xfrm rot="0">
            <a:off x="1835150" y="163512"/>
            <a:ext cx="6481762" cy="6675437"/>
          </a:xfrm>
          <a:prstGeom prst="rect"/>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1">
  <p:cSld>
    <p:spTree>
      <p:nvGrpSpPr>
        <p:cNvPr id="68" name=""/>
        <p:cNvGrpSpPr/>
        <p:nvPr/>
      </p:nvGrpSpPr>
      <p:grpSpPr>
        <a:xfrm rot="0">
          <a:off x="0" y="0"/>
          <a:ext cx="0" cy="0"/>
          <a:chOff x="0" y="0"/>
          <a:chExt cx="0" cy="0"/>
        </a:xfrm>
      </p:grpSpPr>
      <p:sp>
        <p:nvSpPr>
          <p:cNvPr id="1048615" name="Rectangle 2"/>
          <p:cNvSpPr/>
          <p:nvPr>
            <p:ph type="title" sz="full" idx="0"/>
          </p:nvPr>
        </p:nvSpPr>
        <p:spPr>
          <a:xfrm rot="0">
            <a:off x="457200" y="274637"/>
            <a:ext cx="8229600" cy="633412"/>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Arial" pitchFamily="0" charset="0"/>
                <a:ea typeface="Arial" pitchFamily="0" charset="0"/>
                <a:sym typeface="Arial" pitchFamily="0" charset="0"/>
              </a:defRPr>
            </a:lvl1pPr>
          </a:lstStyle>
          <a:p>
            <a:pPr eaLnBrk="1" hangingPunct="1" lvl="0"/>
            <a:r>
              <a:rPr altLang="en-US" b="1" sz="4000" lang="en-GB">
                <a:solidFill>
                  <a:srgbClr val="00B050"/>
                </a:solidFill>
              </a:rPr>
              <a:t>FATTY ACIDS</a:t>
            </a:r>
          </a:p>
        </p:txBody>
      </p:sp>
      <p:sp>
        <p:nvSpPr>
          <p:cNvPr id="1048616" name="Rectangle 3"/>
          <p:cNvSpPr/>
          <p:nvPr>
            <p:ph type="body" sz="full" idx="1"/>
          </p:nvPr>
        </p:nvSpPr>
        <p:spPr>
          <a:xfrm rot="0">
            <a:off x="0" y="979487"/>
            <a:ext cx="9144000" cy="56896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Arial" pitchFamily="0" charset="0"/>
                <a:ea typeface="Arial" pitchFamily="0" charset="0"/>
                <a:sym typeface="Arial" pitchFamily="0"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Arial" pitchFamily="0" charset="0"/>
                <a:ea typeface="Arial" pitchFamily="0" charset="0"/>
                <a:sym typeface="Arial" pitchFamily="0"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Arial" pitchFamily="0" charset="0"/>
                <a:ea typeface="Arial" pitchFamily="0" charset="0"/>
                <a:sym typeface="Arial" pitchFamily="0"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5pPr>
          </a:lstStyle>
          <a:p>
            <a:pPr eaLnBrk="1" hangingPunct="1" lvl="0"/>
            <a:r>
              <a:rPr altLang="en-US" b="1" sz="3400" lang="en-GB"/>
              <a:t>Saturated</a:t>
            </a:r>
            <a:r>
              <a:rPr altLang="en-US" sz="3400" lang="en-GB"/>
              <a:t> fatty acids – are characterised by single bonds between the carbon atoms e.g. butyric acid, palmitic acid and stearic acid.</a:t>
            </a:r>
          </a:p>
          <a:p>
            <a:pPr eaLnBrk="1" hangingPunct="1" lvl="0"/>
            <a:r>
              <a:rPr altLang="en-US" b="1" sz="3400" lang="en-GB"/>
              <a:t>Unsaturated</a:t>
            </a:r>
            <a:r>
              <a:rPr altLang="en-US" sz="3400" lang="en-GB"/>
              <a:t> fatty acids – are characterised by one or more double bonds. The double bonds can “open” and take up a single molecule, thus becoming saturated.  Some unsaturated fatty acids contain only one double bond. These are called mono-unsaturated fatty acids e.g. Oleic acid.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1">
  <p:cSld>
    <p:spTree>
      <p:nvGrpSpPr>
        <p:cNvPr id="69" name=""/>
        <p:cNvGrpSpPr/>
        <p:nvPr/>
      </p:nvGrpSpPr>
      <p:grpSpPr>
        <a:xfrm rot="0">
          <a:off x="0" y="0"/>
          <a:ext cx="0" cy="0"/>
          <a:chOff x="0" y="0"/>
          <a:chExt cx="0" cy="0"/>
        </a:xfrm>
      </p:grpSpPr>
      <p:sp>
        <p:nvSpPr>
          <p:cNvPr id="1048617" name="Rectangle 2"/>
          <p:cNvSpPr/>
          <p:nvPr>
            <p:ph type="title" sz="full" idx="0"/>
          </p:nvPr>
        </p:nvSpPr>
        <p:spPr>
          <a:xfrm rot="0">
            <a:off x="457200" y="274637"/>
            <a:ext cx="8229600" cy="1143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Arial" pitchFamily="0" charset="0"/>
                <a:ea typeface="Arial" pitchFamily="0" charset="0"/>
                <a:sym typeface="Arial" pitchFamily="0" charset="0"/>
              </a:defRPr>
            </a:lvl1pPr>
          </a:lstStyle>
          <a:p>
            <a:pPr eaLnBrk="1" hangingPunct="1" lvl="0"/>
            <a:r>
              <a:rPr altLang="en-US" b="1" lang="en-GB">
                <a:solidFill>
                  <a:srgbClr val="00B050"/>
                </a:solidFill>
              </a:rPr>
              <a:t>WATER AND MINERAL SALTS</a:t>
            </a:r>
          </a:p>
        </p:txBody>
      </p:sp>
      <p:sp>
        <p:nvSpPr>
          <p:cNvPr id="1048618" name="Rectangle 3"/>
          <p:cNvSpPr/>
          <p:nvPr>
            <p:ph type="body" sz="full" idx="1"/>
          </p:nvPr>
        </p:nvSpPr>
        <p:spPr>
          <a:xfrm rot="0">
            <a:off x="457200" y="1600200"/>
            <a:ext cx="8229600" cy="4924425"/>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Arial" pitchFamily="0" charset="0"/>
                <a:ea typeface="Arial" pitchFamily="0" charset="0"/>
                <a:sym typeface="Arial" pitchFamily="0"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Arial" pitchFamily="0" charset="0"/>
                <a:ea typeface="Arial" pitchFamily="0" charset="0"/>
                <a:sym typeface="Arial" pitchFamily="0"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Arial" pitchFamily="0" charset="0"/>
                <a:ea typeface="Arial" pitchFamily="0" charset="0"/>
                <a:sym typeface="Arial" pitchFamily="0"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5pPr>
          </a:lstStyle>
          <a:p>
            <a:pPr eaLnBrk="1" hangingPunct="1" lvl="0"/>
            <a:r>
              <a:rPr altLang="en-US" sz="2800" lang="en-GB"/>
              <a:t>Quantitatively, water is the most important component of the human body. It represents, on average, 66% of body weight in adults and almost 75% in the newborn.</a:t>
            </a:r>
          </a:p>
          <a:p>
            <a:pPr eaLnBrk="1" hangingPunct="1" lvl="0"/>
            <a:r>
              <a:rPr altLang="en-US" sz="2800" lang="en-GB"/>
              <a:t>Water is essential for all life processes. The body can go without food for several weeks but it cannot do without water</a:t>
            </a:r>
          </a:p>
          <a:p>
            <a:pPr eaLnBrk="1" hangingPunct="1" lvl="0"/>
            <a:r>
              <a:rPr altLang="en-US" sz="2800" lang="en-GB"/>
              <a:t>Body water is divided into two compartments:</a:t>
            </a:r>
          </a:p>
          <a:p>
            <a:pPr eaLnBrk="1" hangingPunct="1" lvl="1"/>
            <a:r>
              <a:rPr altLang="en-US" sz="2400" lang="en-GB"/>
              <a:t>Intracellular; approx. 50% of body weight and 2/3 of total body water</a:t>
            </a:r>
          </a:p>
          <a:p>
            <a:pPr eaLnBrk="1" hangingPunct="1" lvl="1"/>
            <a:r>
              <a:rPr altLang="en-US" sz="2400" lang="en-GB"/>
              <a:t>Extracellular</a:t>
            </a:r>
          </a:p>
          <a:p>
            <a:pPr eaLnBrk="1" hangingPunct="1" lvl="1">
              <a:buFontTx/>
              <a:buNone/>
            </a:pPr>
            <a:endParaRPr altLang="en-US" sz="2400" lang="en-GB"/>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1">
  <p:cSld>
    <p:spTree>
      <p:nvGrpSpPr>
        <p:cNvPr id="70" name=""/>
        <p:cNvGrpSpPr/>
        <p:nvPr/>
      </p:nvGrpSpPr>
      <p:grpSpPr>
        <a:xfrm rot="0">
          <a:off x="0" y="0"/>
          <a:ext cx="0" cy="0"/>
          <a:chOff x="0" y="0"/>
          <a:chExt cx="0" cy="0"/>
        </a:xfrm>
      </p:grpSpPr>
      <p:sp>
        <p:nvSpPr>
          <p:cNvPr id="1048619" name="Rectangle 2"/>
          <p:cNvSpPr/>
          <p:nvPr>
            <p:ph type="title" sz="full" idx="0"/>
          </p:nvPr>
        </p:nvSpPr>
        <p:spPr>
          <a:xfrm rot="0">
            <a:off x="457200" y="274637"/>
            <a:ext cx="8229600" cy="1143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Arial" pitchFamily="0" charset="0"/>
                <a:ea typeface="Arial" pitchFamily="0" charset="0"/>
                <a:sym typeface="Arial" pitchFamily="0" charset="0"/>
              </a:defRPr>
            </a:lvl1pPr>
          </a:lstStyle>
          <a:p>
            <a:pPr eaLnBrk="1" hangingPunct="1" lvl="0"/>
            <a:r>
              <a:rPr altLang="en-US" b="1" lang="en-GB">
                <a:solidFill>
                  <a:srgbClr val="00B050"/>
                </a:solidFill>
              </a:rPr>
              <a:t>Role and Sources of Water</a:t>
            </a:r>
          </a:p>
        </p:txBody>
      </p:sp>
      <p:sp>
        <p:nvSpPr>
          <p:cNvPr id="1048620" name="Rectangle 3"/>
          <p:cNvSpPr/>
          <p:nvPr>
            <p:ph type="body" sz="full" idx="1"/>
          </p:nvPr>
        </p:nvSpPr>
        <p:spPr>
          <a:xfrm rot="0">
            <a:off x="457200" y="1600200"/>
            <a:ext cx="8229600" cy="4525962"/>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Arial" pitchFamily="0" charset="0"/>
                <a:ea typeface="Arial" pitchFamily="0" charset="0"/>
                <a:sym typeface="Arial" pitchFamily="0"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Arial" pitchFamily="0" charset="0"/>
                <a:ea typeface="Arial" pitchFamily="0" charset="0"/>
                <a:sym typeface="Arial" pitchFamily="0"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Arial" pitchFamily="0" charset="0"/>
                <a:ea typeface="Arial" pitchFamily="0" charset="0"/>
                <a:sym typeface="Arial" pitchFamily="0"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5pPr>
          </a:lstStyle>
          <a:p>
            <a:pPr eaLnBrk="1" hangingPunct="1" lvl="0"/>
            <a:r>
              <a:rPr altLang="en-US" sz="2800" lang="en-GB"/>
              <a:t>Role</a:t>
            </a:r>
          </a:p>
          <a:p>
            <a:pPr eaLnBrk="1" hangingPunct="1" lvl="1"/>
            <a:r>
              <a:rPr altLang="en-US" sz="2400" lang="en-GB"/>
              <a:t>It helps build and renew</a:t>
            </a:r>
          </a:p>
          <a:p>
            <a:pPr eaLnBrk="1" hangingPunct="1" lvl="1"/>
            <a:r>
              <a:rPr altLang="en-US" sz="2400" lang="en-GB"/>
              <a:t>It acts as a solvent and carrier of nutrients and waste products in solution</a:t>
            </a:r>
          </a:p>
          <a:p>
            <a:pPr eaLnBrk="1" hangingPunct="1" lvl="1"/>
            <a:r>
              <a:rPr altLang="en-US" sz="2400" lang="en-GB"/>
              <a:t>It is required for all biological reactions in the body</a:t>
            </a:r>
          </a:p>
          <a:p>
            <a:pPr eaLnBrk="1" hangingPunct="1" lvl="0"/>
            <a:r>
              <a:rPr altLang="en-US" sz="2800" lang="en-GB"/>
              <a:t>Sources</a:t>
            </a:r>
          </a:p>
          <a:p>
            <a:pPr eaLnBrk="1" hangingPunct="1" lvl="1"/>
            <a:r>
              <a:rPr altLang="en-US" sz="2400" lang="en-GB"/>
              <a:t>The fluids we drink</a:t>
            </a:r>
          </a:p>
          <a:p>
            <a:pPr eaLnBrk="1" hangingPunct="1" lvl="1"/>
            <a:r>
              <a:rPr altLang="en-US" sz="2400" lang="en-GB"/>
              <a:t>The food we eat</a:t>
            </a:r>
          </a:p>
          <a:p>
            <a:pPr eaLnBrk="1" hangingPunct="1" lvl="1"/>
            <a:r>
              <a:rPr altLang="en-US" sz="2400" lang="en-GB"/>
              <a:t>As a by-products of fat, carbohydrates and proteins metabolism</a:t>
            </a:r>
          </a:p>
          <a:p>
            <a:pPr eaLnBrk="1" hangingPunct="1" lvl="1"/>
            <a:endParaRPr altLang="en-US" sz="2400" lang="en-GB"/>
          </a:p>
          <a:p>
            <a:pPr eaLnBrk="1" hangingPunct="1" lvl="1">
              <a:buFontTx/>
              <a:buNone/>
            </a:pPr>
            <a:endParaRPr altLang="en-US" sz="2400" lang="en-GB"/>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1">
  <p:cSld>
    <p:spTree>
      <p:nvGrpSpPr>
        <p:cNvPr id="71" name=""/>
        <p:cNvGrpSpPr/>
        <p:nvPr/>
      </p:nvGrpSpPr>
      <p:grpSpPr>
        <a:xfrm rot="0">
          <a:off x="0" y="0"/>
          <a:ext cx="0" cy="0"/>
          <a:chOff x="0" y="0"/>
          <a:chExt cx="0" cy="0"/>
        </a:xfrm>
      </p:grpSpPr>
      <p:sp>
        <p:nvSpPr>
          <p:cNvPr id="1048621" name="Rectangle 2"/>
          <p:cNvSpPr/>
          <p:nvPr>
            <p:ph type="title" sz="full" idx="0"/>
          </p:nvPr>
        </p:nvSpPr>
        <p:spPr>
          <a:xfrm rot="0">
            <a:off x="457200" y="274637"/>
            <a:ext cx="8229600" cy="1143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Arial" pitchFamily="0" charset="0"/>
                <a:ea typeface="Arial" pitchFamily="0" charset="0"/>
                <a:sym typeface="Arial" pitchFamily="0" charset="0"/>
              </a:defRPr>
            </a:lvl1pPr>
          </a:lstStyle>
          <a:p>
            <a:pPr eaLnBrk="1" hangingPunct="1" lvl="0"/>
            <a:r>
              <a:rPr altLang="en-US" b="1" lang="en-GB">
                <a:solidFill>
                  <a:srgbClr val="00B050"/>
                </a:solidFill>
              </a:rPr>
              <a:t>MINERAL SALTS</a:t>
            </a:r>
          </a:p>
        </p:txBody>
      </p:sp>
      <p:sp>
        <p:nvSpPr>
          <p:cNvPr id="1048622" name="Rectangle 3"/>
          <p:cNvSpPr/>
          <p:nvPr>
            <p:ph type="body" sz="full" idx="1"/>
          </p:nvPr>
        </p:nvSpPr>
        <p:spPr>
          <a:xfrm rot="0">
            <a:off x="457200" y="1600200"/>
            <a:ext cx="8229600" cy="4924425"/>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Arial" pitchFamily="0" charset="0"/>
                <a:ea typeface="Arial" pitchFamily="0" charset="0"/>
                <a:sym typeface="Arial" pitchFamily="0"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Arial" pitchFamily="0" charset="0"/>
                <a:ea typeface="Arial" pitchFamily="0" charset="0"/>
                <a:sym typeface="Arial" pitchFamily="0"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Arial" pitchFamily="0" charset="0"/>
                <a:ea typeface="Arial" pitchFamily="0" charset="0"/>
                <a:sym typeface="Arial" pitchFamily="0"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5pPr>
          </a:lstStyle>
          <a:p>
            <a:pPr eaLnBrk="1" hangingPunct="1" lvl="0">
              <a:lnSpc>
                <a:spcPct val="90000"/>
              </a:lnSpc>
            </a:pPr>
            <a:r>
              <a:rPr altLang="en-US" lang="en-GB"/>
              <a:t>Mineral refers to a group inorganic ions in their elemental form.</a:t>
            </a:r>
          </a:p>
          <a:p>
            <a:pPr eaLnBrk="1" hangingPunct="1" lvl="0">
              <a:lnSpc>
                <a:spcPct val="90000"/>
              </a:lnSpc>
            </a:pPr>
            <a:r>
              <a:rPr altLang="en-US" lang="en-GB"/>
              <a:t>The essential minerals for nutrition, which must be supplied in the diet, may be classified as:</a:t>
            </a:r>
          </a:p>
          <a:p>
            <a:pPr eaLnBrk="1" hangingPunct="1" lvl="1">
              <a:lnSpc>
                <a:spcPct val="90000"/>
              </a:lnSpc>
            </a:pPr>
            <a:r>
              <a:rPr altLang="en-US" lang="en-GB"/>
              <a:t>Macroelements – essential for the normal development &amp; functioning of the body at levels of 100mg or more per day.</a:t>
            </a:r>
          </a:p>
          <a:p>
            <a:pPr eaLnBrk="1" hangingPunct="1" lvl="1">
              <a:lnSpc>
                <a:spcPct val="90000"/>
              </a:lnSpc>
            </a:pPr>
            <a:r>
              <a:rPr altLang="en-US" lang="en-GB"/>
              <a:t>Microelements – essential to the body at level of 0.01mg to a few mg per day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1">
  <p:cSld>
    <p:spTree>
      <p:nvGrpSpPr>
        <p:cNvPr id="72" name=""/>
        <p:cNvGrpSpPr/>
        <p:nvPr/>
      </p:nvGrpSpPr>
      <p:grpSpPr>
        <a:xfrm rot="0">
          <a:off x="0" y="0"/>
          <a:ext cx="0" cy="0"/>
          <a:chOff x="0" y="0"/>
          <a:chExt cx="0" cy="0"/>
        </a:xfrm>
      </p:grpSpPr>
      <p:sp>
        <p:nvSpPr>
          <p:cNvPr id="1048623" name="Rectangle 4"/>
          <p:cNvSpPr/>
          <p:nvPr>
            <p:ph type="title" sz="full" idx="0"/>
          </p:nvPr>
        </p:nvSpPr>
        <p:spPr>
          <a:xfrm rot="0">
            <a:off x="457200" y="274637"/>
            <a:ext cx="8229600" cy="1143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Arial" pitchFamily="0" charset="0"/>
                <a:ea typeface="Arial" pitchFamily="0" charset="0"/>
                <a:sym typeface="Arial" pitchFamily="0" charset="0"/>
              </a:defRPr>
            </a:lvl1pPr>
          </a:lstStyle>
          <a:p>
            <a:pPr eaLnBrk="1" hangingPunct="1" lvl="0"/>
            <a:r>
              <a:rPr altLang="en-US" b="1" sz="4000" lang="en-GB">
                <a:solidFill>
                  <a:srgbClr val="00B050"/>
                </a:solidFill>
              </a:rPr>
              <a:t>CLASSIFICATION OF MINERALS</a:t>
            </a:r>
          </a:p>
        </p:txBody>
      </p:sp>
      <p:grpSp>
        <p:nvGrpSpPr>
          <p:cNvPr id="73" name=""/>
          <p:cNvGrpSpPr/>
          <p:nvPr/>
        </p:nvGrpSpPr>
        <p:grpSpPr>
          <a:xfrm rot="0">
            <a:off x="323850" y="1341437"/>
            <a:ext cx="8328025" cy="4737100"/>
            <a:chOff x="279" y="1017"/>
            <a:chExt cx="5171" cy="2812"/>
          </a:xfrm>
        </p:grpSpPr>
        <p:cxnSp>
          <p:nvCxnSpPr>
            <p:cNvPr id="3145730" name="_s2052"/>
            <p:cNvCxnSpPr>
              <a:cxnSpLocks/>
            </p:cNvCxnSpPr>
            <p:nvPr/>
          </p:nvCxnSpPr>
          <p:spPr>
            <a:xfrm rot="5400000" flipH="1">
              <a:off x="3254" y="1383"/>
              <a:ext cx="144" cy="925"/>
            </a:xfrm>
            <a:prstGeom prst="bentConnector3">
              <a:avLst>
                <a:gd name="adj1" fmla="val 50000"/>
              </a:avLst>
            </a:prstGeom>
            <a:ln w="28575" cap="flat" cmpd="sng">
              <a:solidFill>
                <a:schemeClr val="dk1">
                  <a:alpha val="100000"/>
                </a:schemeClr>
              </a:solidFill>
              <a:prstDash val="solid"/>
              <a:round/>
            </a:ln>
          </p:spPr>
        </p:cxnSp>
        <p:cxnSp>
          <p:nvCxnSpPr>
            <p:cNvPr id="3145731" name="_s2053"/>
            <p:cNvCxnSpPr>
              <a:cxnSpLocks/>
            </p:cNvCxnSpPr>
            <p:nvPr/>
          </p:nvCxnSpPr>
          <p:spPr>
            <a:xfrm rot="16200000">
              <a:off x="2329" y="1383"/>
              <a:ext cx="144" cy="925"/>
            </a:xfrm>
            <a:prstGeom prst="bentConnector3">
              <a:avLst>
                <a:gd name="adj1" fmla="val 50000"/>
              </a:avLst>
            </a:prstGeom>
            <a:ln w="28575" cap="flat" cmpd="sng">
              <a:solidFill>
                <a:schemeClr val="dk1">
                  <a:alpha val="100000"/>
                </a:schemeClr>
              </a:solidFill>
              <a:prstDash val="solid"/>
              <a:round/>
            </a:ln>
          </p:spPr>
        </p:cxnSp>
        <p:sp>
          <p:nvSpPr>
            <p:cNvPr id="1048624" name="_s2054"/>
            <p:cNvSpPr/>
            <p:nvPr/>
          </p:nvSpPr>
          <p:spPr>
            <a:xfrm rot="0">
              <a:off x="2422" y="1485"/>
              <a:ext cx="884" cy="288"/>
            </a:xfrm>
            <a:prstGeom prst="roundRect"/>
            <a:solidFill>
              <a:schemeClr val="accent1"/>
            </a:solidFill>
            <a:ln w="9525" cap="flat" cmpd="sng">
              <a:solidFill>
                <a:schemeClr val="dk1">
                  <a:alpha val="100000"/>
                </a:schemeClr>
              </a:solidFill>
              <a:prstDash val="solid"/>
              <a:round/>
            </a:ln>
          </p:spPr>
          <p:txBody>
            <a:bodyPr anchor="ctr" bIns="45720" lIns="91440" rIns="91440" tIns="45720" vert="horz" wrap="none"/>
            <a:lstStyle>
              <a:lvl1pPr algn="l" eaLnBrk="0" fontAlgn="base" hangingPunct="0"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0" fontAlgn="base" hangingPunct="0"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0" fontAlgn="base" hangingPunct="0"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0" fontAlgn="base" hangingPunct="0"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0" fontAlgn="base" hangingPunct="0"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algn="ctr" eaLnBrk="1" hangingPunct="1" lvl="0"/>
              <a:r>
                <a:rPr lang="zh-CN">
                  <a:ea typeface="Arial" pitchFamily="0" charset="0"/>
                </a:rPr>
                <a:t>MINERALS</a:t>
              </a:r>
            </a:p>
          </p:txBody>
        </p:sp>
        <p:sp>
          <p:nvSpPr>
            <p:cNvPr id="1048625" name="_s2055"/>
            <p:cNvSpPr/>
            <p:nvPr/>
          </p:nvSpPr>
          <p:spPr>
            <a:xfrm rot="0">
              <a:off x="1086" y="1917"/>
              <a:ext cx="1706" cy="1598"/>
            </a:xfrm>
            <a:prstGeom prst="roundRect"/>
            <a:solidFill>
              <a:schemeClr val="accent1"/>
            </a:solidFill>
            <a:ln w="9525" cap="flat" cmpd="sng">
              <a:solidFill>
                <a:schemeClr val="dk1">
                  <a:alpha val="100000"/>
                </a:schemeClr>
              </a:solidFill>
              <a:prstDash val="solid"/>
              <a:round/>
            </a:ln>
          </p:spPr>
          <p:txBody>
            <a:bodyPr anchor="ctr" bIns="45720" lIns="91440" rIns="91440" tIns="45720" vert="horz" wrap="none"/>
            <a:lstStyle>
              <a:lvl1pPr algn="l" eaLnBrk="0" fontAlgn="base" hangingPunct="0"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0" fontAlgn="base" hangingPunct="0"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0" fontAlgn="base" hangingPunct="0"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0" fontAlgn="base" hangingPunct="0"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0" fontAlgn="base" hangingPunct="0"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algn="ctr" eaLnBrk="1" hangingPunct="1" lvl="0"/>
              <a:r>
                <a:rPr lang="zh-CN">
                  <a:ea typeface="Arial" pitchFamily="0" charset="0"/>
                </a:rPr>
                <a:t>MACROELEMENT</a:t>
              </a:r>
            </a:p>
            <a:p>
              <a:pPr algn="ctr" eaLnBrk="1" hangingPunct="1" lvl="0"/>
              <a:endParaRPr lang="zh-CN">
                <a:ea typeface="Arial" pitchFamily="0" charset="0"/>
              </a:endParaRPr>
            </a:p>
            <a:p>
              <a:pPr algn="ctr" eaLnBrk="1" hangingPunct="1" lvl="0"/>
              <a:r>
                <a:rPr lang="zh-CN">
                  <a:ea typeface="Arial" pitchFamily="0" charset="0"/>
                </a:rPr>
                <a:t>Calcium</a:t>
              </a:r>
            </a:p>
            <a:p>
              <a:pPr algn="ctr" eaLnBrk="1" hangingPunct="1" lvl="0"/>
              <a:r>
                <a:rPr lang="zh-CN">
                  <a:ea typeface="Arial" pitchFamily="0" charset="0"/>
                </a:rPr>
                <a:t>Phosphorus</a:t>
              </a:r>
            </a:p>
            <a:p>
              <a:pPr algn="ctr" eaLnBrk="1" hangingPunct="1" lvl="0"/>
              <a:r>
                <a:rPr lang="zh-CN">
                  <a:ea typeface="Arial" pitchFamily="0" charset="0"/>
                </a:rPr>
                <a:t>Magnesium</a:t>
              </a:r>
            </a:p>
            <a:p>
              <a:pPr algn="ctr" eaLnBrk="1" hangingPunct="1" lvl="0"/>
              <a:r>
                <a:rPr lang="zh-CN">
                  <a:ea typeface="Arial" pitchFamily="0" charset="0"/>
                </a:rPr>
                <a:t>Sodium</a:t>
              </a:r>
            </a:p>
            <a:p>
              <a:pPr algn="ctr" eaLnBrk="1" hangingPunct="1" lvl="0"/>
              <a:r>
                <a:rPr lang="zh-CN">
                  <a:ea typeface="Arial" pitchFamily="0" charset="0"/>
                </a:rPr>
                <a:t>Potassium</a:t>
              </a:r>
            </a:p>
            <a:p>
              <a:pPr algn="ctr" eaLnBrk="1" hangingPunct="1" lvl="0"/>
              <a:r>
                <a:rPr lang="zh-CN">
                  <a:ea typeface="Arial" pitchFamily="0" charset="0"/>
                </a:rPr>
                <a:t>Chloride</a:t>
              </a:r>
            </a:p>
          </p:txBody>
        </p:sp>
        <p:sp>
          <p:nvSpPr>
            <p:cNvPr id="1048626" name="_s2056"/>
            <p:cNvSpPr/>
            <p:nvPr/>
          </p:nvSpPr>
          <p:spPr>
            <a:xfrm rot="0">
              <a:off x="2936" y="1917"/>
              <a:ext cx="1706" cy="1598"/>
            </a:xfrm>
            <a:prstGeom prst="roundRect"/>
            <a:solidFill>
              <a:schemeClr val="accent1"/>
            </a:solidFill>
            <a:ln w="9525" cap="flat" cmpd="sng">
              <a:solidFill>
                <a:schemeClr val="dk1">
                  <a:alpha val="100000"/>
                </a:schemeClr>
              </a:solidFill>
              <a:prstDash val="solid"/>
              <a:round/>
            </a:ln>
          </p:spPr>
          <p:txBody>
            <a:bodyPr anchor="ctr" bIns="45720" lIns="91440" rIns="91440" tIns="45720" vert="horz" wrap="none"/>
            <a:lstStyle>
              <a:lvl1pPr algn="l" eaLnBrk="0" fontAlgn="base" hangingPunct="0"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0" fontAlgn="base" hangingPunct="0"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0" fontAlgn="base" hangingPunct="0"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0" fontAlgn="base" hangingPunct="0"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0" fontAlgn="base" hangingPunct="0"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algn="ctr" eaLnBrk="1" hangingPunct="1" lvl="0"/>
              <a:r>
                <a:rPr lang="zh-CN">
                  <a:ea typeface="Arial" pitchFamily="0" charset="0"/>
                </a:rPr>
                <a:t>MICROELEMENT</a:t>
              </a:r>
            </a:p>
            <a:p>
              <a:pPr algn="ctr" eaLnBrk="1" hangingPunct="1" lvl="0"/>
              <a:endParaRPr lang="zh-CN">
                <a:ea typeface="Arial" pitchFamily="0" charset="0"/>
              </a:endParaRPr>
            </a:p>
            <a:p>
              <a:pPr algn="ctr" eaLnBrk="1" hangingPunct="1" lvl="0"/>
              <a:r>
                <a:rPr lang="zh-CN">
                  <a:ea typeface="Arial" pitchFamily="0" charset="0"/>
                </a:rPr>
                <a:t>Iron 	Manganese</a:t>
              </a:r>
            </a:p>
            <a:p>
              <a:pPr algn="ctr" eaLnBrk="1" hangingPunct="1" lvl="0"/>
              <a:r>
                <a:rPr lang="zh-CN">
                  <a:ea typeface="Arial" pitchFamily="0" charset="0"/>
                </a:rPr>
                <a:t>Iodine 	 Molybdenum</a:t>
              </a:r>
            </a:p>
            <a:p>
              <a:pPr algn="ctr" eaLnBrk="1" hangingPunct="1" lvl="0"/>
              <a:r>
                <a:rPr lang="zh-CN">
                  <a:ea typeface="Arial" pitchFamily="0" charset="0"/>
                </a:rPr>
                <a:t>Zinc	     Selenium</a:t>
              </a:r>
            </a:p>
            <a:p>
              <a:pPr algn="ctr" eaLnBrk="1" hangingPunct="1" lvl="0"/>
              <a:r>
                <a:rPr lang="zh-CN">
                  <a:ea typeface="Arial" pitchFamily="0" charset="0"/>
                </a:rPr>
                <a:t>Copper	      Fluoride</a:t>
              </a:r>
            </a:p>
            <a:p>
              <a:pPr algn="ctr" eaLnBrk="1" hangingPunct="1" lvl="0"/>
              <a:r>
                <a:rPr lang="zh-CN">
                  <a:ea typeface="Arial" pitchFamily="0" charset="0"/>
                </a:rPr>
                <a:t>Chromium	</a:t>
              </a: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1">
  <p:cSld>
    <p:spTree>
      <p:nvGrpSpPr>
        <p:cNvPr id="74" name=""/>
        <p:cNvGrpSpPr/>
        <p:nvPr/>
      </p:nvGrpSpPr>
      <p:grpSpPr>
        <a:xfrm rot="0">
          <a:off x="0" y="0"/>
          <a:ext cx="0" cy="0"/>
          <a:chOff x="0" y="0"/>
          <a:chExt cx="0" cy="0"/>
        </a:xfrm>
      </p:grpSpPr>
      <p:sp>
        <p:nvSpPr>
          <p:cNvPr id="1048627" name="Rectangle 2"/>
          <p:cNvSpPr/>
          <p:nvPr>
            <p:ph type="title" sz="full" idx="0"/>
          </p:nvPr>
        </p:nvSpPr>
        <p:spPr>
          <a:xfrm rot="0">
            <a:off x="457200" y="274637"/>
            <a:ext cx="8229600" cy="1143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Arial" pitchFamily="0" charset="0"/>
                <a:ea typeface="Arial" pitchFamily="0" charset="0"/>
                <a:sym typeface="Arial" pitchFamily="0" charset="0"/>
              </a:defRPr>
            </a:lvl1pPr>
          </a:lstStyle>
          <a:p>
            <a:pPr eaLnBrk="1" hangingPunct="1" lvl="0"/>
            <a:r>
              <a:rPr altLang="en-US" b="1" lang="en-GB">
                <a:solidFill>
                  <a:srgbClr val="00B050"/>
                </a:solidFill>
              </a:rPr>
              <a:t>ROLE OF MINERALS</a:t>
            </a:r>
          </a:p>
        </p:txBody>
      </p:sp>
      <p:sp>
        <p:nvSpPr>
          <p:cNvPr id="1048628" name="Rectangle 3"/>
          <p:cNvSpPr/>
          <p:nvPr>
            <p:ph type="body" sz="full" idx="1"/>
          </p:nvPr>
        </p:nvSpPr>
        <p:spPr>
          <a:xfrm rot="0">
            <a:off x="457200" y="1600200"/>
            <a:ext cx="8229600" cy="4924425"/>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Arial" pitchFamily="0" charset="0"/>
                <a:ea typeface="Arial" pitchFamily="0" charset="0"/>
                <a:sym typeface="Arial" pitchFamily="0"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Arial" pitchFamily="0" charset="0"/>
                <a:ea typeface="Arial" pitchFamily="0" charset="0"/>
                <a:sym typeface="Arial" pitchFamily="0"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Arial" pitchFamily="0" charset="0"/>
                <a:ea typeface="Arial" pitchFamily="0" charset="0"/>
                <a:sym typeface="Arial" pitchFamily="0"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5pPr>
          </a:lstStyle>
          <a:p>
            <a:pPr eaLnBrk="1" hangingPunct="1" lvl="0"/>
            <a:r>
              <a:rPr altLang="en-US" lang="en-GB"/>
              <a:t>They form part of the tissues and skeleton</a:t>
            </a:r>
          </a:p>
          <a:p>
            <a:pPr eaLnBrk="1" hangingPunct="1" lvl="0"/>
            <a:r>
              <a:rPr altLang="en-US" lang="en-GB"/>
              <a:t>They are essential for growth</a:t>
            </a:r>
          </a:p>
          <a:p>
            <a:pPr eaLnBrk="1" hangingPunct="1" lvl="0"/>
            <a:r>
              <a:rPr altLang="en-US" lang="en-GB"/>
              <a:t>Some act as catalysts or carriers and regulates the metabolism of several enzymes</a:t>
            </a:r>
          </a:p>
          <a:p>
            <a:pPr eaLnBrk="1" hangingPunct="1" lvl="0"/>
            <a:r>
              <a:rPr altLang="en-US" lang="en-GB"/>
              <a:t>Minerals also maintain nerve and muscular excitability</a:t>
            </a:r>
          </a:p>
          <a:p>
            <a:pPr eaLnBrk="1" hangingPunct="1" lvl="0"/>
            <a:r>
              <a:rPr altLang="en-US" lang="en-GB"/>
              <a:t>They are important in maintaining the acid – base balance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1">
  <p:cSld>
    <p:spTree>
      <p:nvGrpSpPr>
        <p:cNvPr id="75" name=""/>
        <p:cNvGrpSpPr/>
        <p:nvPr/>
      </p:nvGrpSpPr>
      <p:grpSpPr>
        <a:xfrm rot="0">
          <a:off x="0" y="0"/>
          <a:ext cx="0" cy="0"/>
          <a:chOff x="0" y="0"/>
          <a:chExt cx="0" cy="0"/>
        </a:xfrm>
      </p:grpSpPr>
      <p:sp>
        <p:nvSpPr>
          <p:cNvPr id="1048629" name="Rectangle 2"/>
          <p:cNvSpPr/>
          <p:nvPr>
            <p:ph type="title" sz="full" idx="0"/>
          </p:nvPr>
        </p:nvSpPr>
        <p:spPr>
          <a:xfrm rot="0">
            <a:off x="457200" y="274637"/>
            <a:ext cx="8229600" cy="1143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Arial" pitchFamily="0" charset="0"/>
                <a:ea typeface="Arial" pitchFamily="0" charset="0"/>
                <a:sym typeface="Arial" pitchFamily="0" charset="0"/>
              </a:defRPr>
            </a:lvl1pPr>
          </a:lstStyle>
          <a:p>
            <a:pPr eaLnBrk="1" hangingPunct="1" lvl="0"/>
            <a:r>
              <a:rPr altLang="en-US" b="1" lang="en-GB">
                <a:solidFill>
                  <a:srgbClr val="00B050"/>
                </a:solidFill>
              </a:rPr>
              <a:t>VITAMINS</a:t>
            </a:r>
          </a:p>
        </p:txBody>
      </p:sp>
      <p:sp>
        <p:nvSpPr>
          <p:cNvPr id="1048630" name="Rectangle 3"/>
          <p:cNvSpPr/>
          <p:nvPr>
            <p:ph type="body" sz="full" idx="1"/>
          </p:nvPr>
        </p:nvSpPr>
        <p:spPr>
          <a:xfrm rot="0">
            <a:off x="457200" y="1600200"/>
            <a:ext cx="8229600" cy="4924425"/>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Arial" pitchFamily="0" charset="0"/>
                <a:ea typeface="Arial" pitchFamily="0" charset="0"/>
                <a:sym typeface="Arial" pitchFamily="0"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Arial" pitchFamily="0" charset="0"/>
                <a:ea typeface="Arial" pitchFamily="0" charset="0"/>
                <a:sym typeface="Arial" pitchFamily="0"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Arial" pitchFamily="0" charset="0"/>
                <a:ea typeface="Arial" pitchFamily="0" charset="0"/>
                <a:sym typeface="Arial" pitchFamily="0"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5pPr>
          </a:lstStyle>
          <a:p>
            <a:pPr eaLnBrk="1" hangingPunct="1" lvl="0"/>
            <a:r>
              <a:rPr altLang="en-US" lang="en-GB"/>
              <a:t>The vitamins are a group of chemically unrelated organic compounds and are divided into two groups according to their solubility:</a:t>
            </a:r>
          </a:p>
          <a:p>
            <a:pPr eaLnBrk="1" hangingPunct="1" lvl="1"/>
            <a:r>
              <a:rPr altLang="en-US" lang="en-GB"/>
              <a:t>The fat soluble (i.e.liposoluble) vitamins: A, D, E &amp; K.</a:t>
            </a:r>
          </a:p>
          <a:p>
            <a:pPr eaLnBrk="1" hangingPunct="1" lvl="1"/>
            <a:r>
              <a:rPr altLang="en-US" lang="en-GB"/>
              <a:t>The water soluble (i.e. hydrosoluble) vitamins: B complex and vitamin C, folic acid, panthothenic acid and niacin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1">
  <p:cSld>
    <p:spTree>
      <p:nvGrpSpPr>
        <p:cNvPr id="77" name=""/>
        <p:cNvGrpSpPr/>
        <p:nvPr/>
      </p:nvGrpSpPr>
      <p:grpSpPr>
        <a:xfrm rot="0">
          <a:off x="0" y="0"/>
          <a:ext cx="0" cy="0"/>
          <a:chOff x="0" y="0"/>
          <a:chExt cx="0" cy="0"/>
        </a:xfrm>
      </p:grpSpPr>
      <p:sp>
        <p:nvSpPr>
          <p:cNvPr id="1048631" name="Rectangle 2"/>
          <p:cNvSpPr/>
          <p:nvPr>
            <p:ph type="title" sz="full" idx="0"/>
          </p:nvPr>
        </p:nvSpPr>
        <p:spPr>
          <a:xfrm rot="0">
            <a:off x="457200" y="274637"/>
            <a:ext cx="8229600" cy="1143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Arial" pitchFamily="0" charset="0"/>
                <a:ea typeface="Arial" pitchFamily="0" charset="0"/>
                <a:sym typeface="Arial" pitchFamily="0" charset="0"/>
              </a:defRPr>
            </a:lvl1pPr>
          </a:lstStyle>
          <a:p>
            <a:pPr eaLnBrk="1" hangingPunct="1" lvl="0"/>
            <a:r>
              <a:rPr altLang="en-US" b="1" lang="en-GB">
                <a:solidFill>
                  <a:srgbClr val="00B050"/>
                </a:solidFill>
              </a:rPr>
              <a:t>ROLE OF VITAMINS</a:t>
            </a:r>
          </a:p>
        </p:txBody>
      </p:sp>
      <p:sp>
        <p:nvSpPr>
          <p:cNvPr id="1048632" name="Rectangle 3"/>
          <p:cNvSpPr/>
          <p:nvPr>
            <p:ph type="body" sz="full" idx="1"/>
          </p:nvPr>
        </p:nvSpPr>
        <p:spPr>
          <a:xfrm rot="0">
            <a:off x="457200" y="1341437"/>
            <a:ext cx="8229600" cy="5256212"/>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Arial" pitchFamily="0" charset="0"/>
                <a:ea typeface="Arial" pitchFamily="0" charset="0"/>
                <a:sym typeface="Arial" pitchFamily="0"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Arial" pitchFamily="0" charset="0"/>
                <a:ea typeface="Arial" pitchFamily="0" charset="0"/>
                <a:sym typeface="Arial" pitchFamily="0"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Arial" pitchFamily="0" charset="0"/>
                <a:ea typeface="Arial" pitchFamily="0" charset="0"/>
                <a:sym typeface="Arial" pitchFamily="0"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5pPr>
          </a:lstStyle>
          <a:p>
            <a:pPr eaLnBrk="1" hangingPunct="1" lvl="0"/>
            <a:r>
              <a:rPr altLang="en-US" sz="2800" lang="en-GB"/>
              <a:t>They are important for the digestion and utilisation of the energy-producing elements (protein, fat and carbohydrates) and mineral present in diets</a:t>
            </a:r>
          </a:p>
          <a:p>
            <a:pPr eaLnBrk="1" hangingPunct="1" lvl="0"/>
            <a:r>
              <a:rPr altLang="en-US" sz="2800" lang="en-GB"/>
              <a:t>They are components or cofactors of the enzymes, which catalyse metabolic processes</a:t>
            </a:r>
          </a:p>
          <a:p>
            <a:pPr eaLnBrk="1" hangingPunct="1" lvl="0"/>
            <a:r>
              <a:rPr altLang="en-US" sz="2800" lang="en-GB"/>
              <a:t>Vitamins are important for growth maintenance and repair of body tissues</a:t>
            </a:r>
          </a:p>
          <a:p>
            <a:pPr eaLnBrk="1" hangingPunct="1" lvl="0"/>
            <a:r>
              <a:rPr altLang="en-US" sz="2800" lang="en-GB"/>
              <a:t>Vitamin deficiency results in serious and frequently fatal disorders e.g. scurvy, rickets, beri beri and pellagra.</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1">
  <p:cSld>
    <p:spTree>
      <p:nvGrpSpPr>
        <p:cNvPr id="78" name=""/>
        <p:cNvGrpSpPr/>
        <p:nvPr/>
      </p:nvGrpSpPr>
      <p:grpSpPr>
        <a:xfrm rot="0">
          <a:off x="0" y="0"/>
          <a:ext cx="0" cy="0"/>
          <a:chOff x="0" y="0"/>
          <a:chExt cx="0" cy="0"/>
        </a:xfrm>
      </p:grpSpPr>
      <p:sp>
        <p:nvSpPr>
          <p:cNvPr id="1048633" name="Title 1"/>
          <p:cNvSpPr/>
          <p:nvPr>
            <p:ph type="title" sz="full" idx="0"/>
          </p:nvPr>
        </p:nvSpPr>
        <p:spPr>
          <a:xfrm rot="0">
            <a:off x="457200" y="274637"/>
            <a:ext cx="8229600" cy="1143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Arial" pitchFamily="0" charset="0"/>
                <a:ea typeface="Arial" pitchFamily="0" charset="0"/>
                <a:sym typeface="Arial" pitchFamily="0" charset="0"/>
              </a:defRPr>
            </a:lvl1pPr>
          </a:lstStyle>
          <a:p>
            <a:pPr lvl="0"/>
            <a:r>
              <a:rPr altLang="en-US" b="1" lang="en-US">
                <a:solidFill>
                  <a:srgbClr val="00B050"/>
                </a:solidFill>
              </a:rPr>
              <a:t>DIGESTION</a:t>
            </a:r>
          </a:p>
        </p:txBody>
      </p:sp>
      <p:sp>
        <p:nvSpPr>
          <p:cNvPr id="1048634" name="Content Placeholder 2"/>
          <p:cNvSpPr/>
          <p:nvPr>
            <p:ph sz="full" idx="1"/>
          </p:nvPr>
        </p:nvSpPr>
        <p:spPr>
          <a:xfrm rot="0">
            <a:off x="250825" y="1125537"/>
            <a:ext cx="8713788" cy="5399087"/>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Arial" pitchFamily="0" charset="0"/>
                <a:ea typeface="Arial" pitchFamily="0" charset="0"/>
                <a:sym typeface="Arial" pitchFamily="0"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Arial" pitchFamily="0" charset="0"/>
                <a:ea typeface="Arial" pitchFamily="0" charset="0"/>
                <a:sym typeface="Arial" pitchFamily="0"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Arial" pitchFamily="0" charset="0"/>
                <a:ea typeface="Arial" pitchFamily="0" charset="0"/>
                <a:sym typeface="Arial" pitchFamily="0"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5pPr>
          </a:lstStyle>
          <a:p>
            <a:pPr lvl="0"/>
            <a:r>
              <a:rPr altLang="en-US" sz="2000" lang="en-US"/>
              <a:t>Food must undergo several changes before it can be utilised by the tissues. Essentially five steps are involved in the breakdown and metabolism of macronutrients (carbohydrates, proteins, lipids).</a:t>
            </a:r>
          </a:p>
          <a:p>
            <a:pPr lvl="0"/>
            <a:r>
              <a:rPr altLang="en-US" sz="2000" lang="en-US"/>
              <a:t>Ingestion: the initial process of eating the food.</a:t>
            </a:r>
          </a:p>
          <a:p>
            <a:pPr lvl="0"/>
            <a:r>
              <a:rPr altLang="en-US" sz="2000" lang="en-US"/>
              <a:t>Digestion: The breakdown and cleavage of the complex food into simpler constituents in the digestive tract. </a:t>
            </a:r>
          </a:p>
          <a:p>
            <a:pPr lvl="0"/>
            <a:r>
              <a:rPr altLang="en-US" sz="2000" lang="en-US"/>
              <a:t>Metabolism: The absorbed food is transported by the bloodstream to the various tissues for utilisation. There are two phases of metabolism:</a:t>
            </a:r>
          </a:p>
          <a:p>
            <a:pPr lvl="1"/>
            <a:r>
              <a:rPr altLang="en-US" sz="1600" lang="en-US"/>
              <a:t>Anabolism: involves synthesis or building up of new cellular material for growth or for the replacement of worn out body substances (maintenance).</a:t>
            </a:r>
          </a:p>
          <a:p>
            <a:pPr lvl="1"/>
            <a:r>
              <a:rPr altLang="en-US" sz="1600" lang="en-US"/>
              <a:t>Catabolism involves breakdown whereby substances are broken down to supply energy or other substances. The body is in a state of dynamic equilibrium. </a:t>
            </a:r>
          </a:p>
          <a:p>
            <a:pPr lvl="0"/>
            <a:r>
              <a:rPr altLang="en-US" sz="2000" lang="en-US"/>
              <a:t>Elimination of waste products: Waste products occur during the process of metabolism. These include carbon dioxide which is eliminated by pulmonary ventilation, and urea excreted by the kidneys in the urine.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1">
  <p:cSld>
    <p:spTree>
      <p:nvGrpSpPr>
        <p:cNvPr id="79" name=""/>
        <p:cNvGrpSpPr/>
        <p:nvPr/>
      </p:nvGrpSpPr>
      <p:grpSpPr>
        <a:xfrm rot="0">
          <a:off x="0" y="0"/>
          <a:ext cx="0" cy="0"/>
          <a:chOff x="0" y="0"/>
          <a:chExt cx="0" cy="0"/>
        </a:xfrm>
      </p:grpSpPr>
      <p:sp>
        <p:nvSpPr>
          <p:cNvPr id="1048635" name="Title 1"/>
          <p:cNvSpPr/>
          <p:nvPr>
            <p:ph type="title" sz="full" idx="0"/>
          </p:nvPr>
        </p:nvSpPr>
        <p:spPr>
          <a:xfrm rot="0">
            <a:off x="457200" y="274637"/>
            <a:ext cx="8229600" cy="1143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Arial" pitchFamily="0" charset="0"/>
                <a:ea typeface="Arial" pitchFamily="0" charset="0"/>
                <a:sym typeface="Arial" pitchFamily="0" charset="0"/>
              </a:defRPr>
            </a:lvl1pPr>
          </a:lstStyle>
          <a:p>
            <a:pPr lvl="0"/>
            <a:r>
              <a:rPr altLang="en-US" b="1" lang="en-US">
                <a:solidFill>
                  <a:srgbClr val="00B050"/>
                </a:solidFill>
              </a:rPr>
              <a:t>Principles of Digestion</a:t>
            </a:r>
          </a:p>
        </p:txBody>
      </p:sp>
      <p:sp>
        <p:nvSpPr>
          <p:cNvPr id="1048636" name="Content Placeholder 2"/>
          <p:cNvSpPr/>
          <p:nvPr>
            <p:ph sz="full" idx="1"/>
          </p:nvPr>
        </p:nvSpPr>
        <p:spPr>
          <a:xfrm rot="0">
            <a:off x="457200" y="1600200"/>
            <a:ext cx="8229600" cy="4525962"/>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Arial" pitchFamily="0" charset="0"/>
                <a:ea typeface="Arial" pitchFamily="0" charset="0"/>
                <a:sym typeface="Arial" pitchFamily="0"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Arial" pitchFamily="0" charset="0"/>
                <a:ea typeface="Arial" pitchFamily="0" charset="0"/>
                <a:sym typeface="Arial" pitchFamily="0"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Arial" pitchFamily="0" charset="0"/>
                <a:ea typeface="Arial" pitchFamily="0" charset="0"/>
                <a:sym typeface="Arial" pitchFamily="0"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5pPr>
          </a:lstStyle>
          <a:p>
            <a:pPr algn="just" lvl="0"/>
            <a:r>
              <a:rPr altLang="en-US" sz="2000" lang="en-US"/>
              <a:t>Digestion may be defined as the breakdown of complex food material into simpler and more soluble constituents The process of digestion takes place in the digestive tract. </a:t>
            </a:r>
          </a:p>
          <a:p>
            <a:pPr algn="just" lvl="0"/>
            <a:r>
              <a:rPr altLang="en-US" sz="2000" lang="en-US"/>
              <a:t>Digestion is accomplished by mechanical and chemical means. Mechanically, food is first physically reduced to smaller particles by the action of chewing and mastication in the mouth. This facilitates the breakdown of food chemically and increases the surface area available for the action of enzymes. Enzymes catalyse only one or a few closely related substrates (lock and key model of enzyme). i.e. model of enzyme-substrate complex suggests that each enzyme, like a lock can accommodate a specific substance i.e. substrate (key) with the correct fit and complementary shape. All enzymes gave an optimum pH for their specific reaction.  </a:t>
            </a:r>
          </a:p>
          <a:p>
            <a:pPr algn="just" lvl="0"/>
            <a:endParaRPr altLang="en-US" sz="2000"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1">
  <p:cSld>
    <p:spTree>
      <p:nvGrpSpPr>
        <p:cNvPr id="80" name=""/>
        <p:cNvGrpSpPr/>
        <p:nvPr/>
      </p:nvGrpSpPr>
      <p:grpSpPr>
        <a:xfrm rot="0">
          <a:off x="0" y="0"/>
          <a:ext cx="0" cy="0"/>
          <a:chOff x="0" y="0"/>
          <a:chExt cx="0" cy="0"/>
        </a:xfrm>
      </p:grpSpPr>
      <p:sp>
        <p:nvSpPr>
          <p:cNvPr id="1048637" name="Title 1"/>
          <p:cNvSpPr/>
          <p:nvPr>
            <p:ph type="title" sz="full" idx="0"/>
          </p:nvPr>
        </p:nvSpPr>
        <p:spPr>
          <a:xfrm rot="0">
            <a:off x="0" y="188912"/>
            <a:ext cx="8748712" cy="936625"/>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Arial" pitchFamily="0" charset="0"/>
                <a:ea typeface="Arial" pitchFamily="0" charset="0"/>
                <a:sym typeface="Arial" pitchFamily="0" charset="0"/>
              </a:defRPr>
            </a:lvl1pPr>
          </a:lstStyle>
          <a:p>
            <a:pPr lvl="0"/>
            <a:r>
              <a:rPr altLang="en-US" b="1" sz="3000" i="1" lang="en-US">
                <a:solidFill>
                  <a:srgbClr val="00B050"/>
                </a:solidFill>
              </a:rPr>
              <a:t>Summary of the nature and sites of digestion</a:t>
            </a:r>
            <a:br>
              <a:rPr altLang="en-US" b="1" sz="3000" i="1" lang="en-US">
                <a:solidFill>
                  <a:srgbClr val="00B050"/>
                </a:solidFill>
              </a:rPr>
            </a:br>
            <a:endParaRPr altLang="en-US" b="1" sz="3000" i="1" lang="en-US">
              <a:solidFill>
                <a:srgbClr val="00B050"/>
              </a:solidFill>
            </a:endParaRPr>
          </a:p>
        </p:txBody>
      </p:sp>
      <p:graphicFrame>
        <p:nvGraphicFramePr>
          <p:cNvPr id="4194304" name=""/>
          <p:cNvGraphicFramePr>
            <a:graphicFrameLocks/>
          </p:cNvGraphicFramePr>
          <p:nvPr/>
        </p:nvGraphicFramePr>
        <p:xfrm rot="0">
          <a:off x="179387" y="836612"/>
          <a:ext cx="8640762" cy="5367337"/>
        </p:xfrm>
        <a:graphic>
          <a:graphicData uri="http://schemas.openxmlformats.org/drawingml/2006/table">
            <a:tbl>
              <a:tblPr/>
              <a:tblGrid>
                <a:gridCol w="2879724"/>
                <a:gridCol w="2881312"/>
                <a:gridCol w="2879724"/>
              </a:tblGrid>
              <a:tr h="542924">
                <a:tc>
                  <a:txBody>
                    <a:bodyPr/>
                    <a:p>
                      <a:pPr algn="l" eaLnBrk="1" hangingPunct="1" lvl="0"/>
                      <a:r>
                        <a:rPr altLang="en-US" b="1" sz="1800" lang="en-US">
                          <a:solidFill>
                            <a:srgbClr val="FFFF00"/>
                          </a:solidFill>
                        </a:rPr>
                        <a:t>Site</a:t>
                      </a:r>
                    </a:p>
                  </a:txBody>
                  <a:tcPr marL="91438" marR="91438" marT="45726" marB="45726" anchor="t" vert="horz">
                    <a:lnL w="12700" cap="flat" cmpd="sng">
                      <a:solidFill>
                        <a:schemeClr val="lt1">
                          <a:alpha val="100000"/>
                        </a:schemeClr>
                      </a:solidFill>
                      <a:prstDash val="solid"/>
                      <a:round/>
                    </a:lnL>
                    <a:lnR w="12700" cap="flat" cmpd="sng">
                      <a:solidFill>
                        <a:schemeClr val="lt1">
                          <a:alpha val="100000"/>
                        </a:schemeClr>
                      </a:solidFill>
                      <a:prstDash val="solid"/>
                      <a:round/>
                    </a:lnR>
                    <a:lnT w="12700" cap="flat" cmpd="sng">
                      <a:solidFill>
                        <a:schemeClr val="lt1">
                          <a:alpha val="100000"/>
                        </a:schemeClr>
                      </a:solidFill>
                      <a:prstDash val="solid"/>
                      <a:round/>
                    </a:lnT>
                    <a:lnB w="38100" cap="flat" cmpd="sng">
                      <a:solidFill>
                        <a:schemeClr val="lt1">
                          <a:alpha val="100000"/>
                        </a:schemeClr>
                      </a:solidFill>
                      <a:prstDash val="solid"/>
                      <a:round/>
                    </a:lnB>
                    <a:solidFill>
                      <a:schemeClr val="accent1"/>
                    </a:solidFill>
                  </a:tcPr>
                </a:tc>
                <a:tc>
                  <a:txBody>
                    <a:bodyPr/>
                    <a:p>
                      <a:pPr algn="l" eaLnBrk="1" hangingPunct="1" lvl="0"/>
                      <a:r>
                        <a:rPr altLang="en-US" b="1" sz="1800" lang="en-US">
                          <a:solidFill>
                            <a:srgbClr val="FFFF00"/>
                          </a:solidFill>
                        </a:rPr>
                        <a:t>Action</a:t>
                      </a:r>
                    </a:p>
                  </a:txBody>
                  <a:tcPr marL="91438" marR="91438" marT="45726" marB="45726" anchor="t" vert="horz">
                    <a:lnL w="12700" cap="flat" cmpd="sng">
                      <a:solidFill>
                        <a:schemeClr val="lt1">
                          <a:alpha val="100000"/>
                        </a:schemeClr>
                      </a:solidFill>
                      <a:prstDash val="solid"/>
                      <a:round/>
                    </a:lnL>
                    <a:lnR w="12700" cap="flat" cmpd="sng">
                      <a:solidFill>
                        <a:schemeClr val="lt1">
                          <a:alpha val="100000"/>
                        </a:schemeClr>
                      </a:solidFill>
                      <a:prstDash val="solid"/>
                      <a:round/>
                    </a:lnR>
                    <a:lnT w="12700" cap="flat" cmpd="sng">
                      <a:solidFill>
                        <a:schemeClr val="lt1">
                          <a:alpha val="100000"/>
                        </a:schemeClr>
                      </a:solidFill>
                      <a:prstDash val="solid"/>
                      <a:round/>
                    </a:lnT>
                    <a:lnB w="38100" cap="flat" cmpd="sng">
                      <a:solidFill>
                        <a:schemeClr val="lt1">
                          <a:alpha val="100000"/>
                        </a:schemeClr>
                      </a:solidFill>
                      <a:prstDash val="solid"/>
                      <a:round/>
                    </a:lnB>
                    <a:solidFill>
                      <a:schemeClr val="accent1"/>
                    </a:solidFill>
                  </a:tcPr>
                </a:tc>
                <a:tc>
                  <a:txBody>
                    <a:bodyPr/>
                    <a:p>
                      <a:pPr algn="l" eaLnBrk="1" hangingPunct="1" lvl="0"/>
                      <a:r>
                        <a:rPr altLang="en-US" b="1" sz="1800" lang="en-US">
                          <a:solidFill>
                            <a:srgbClr val="FFFF00"/>
                          </a:solidFill>
                        </a:rPr>
                        <a:t>Digestive process</a:t>
                      </a:r>
                    </a:p>
                  </a:txBody>
                  <a:tcPr marL="91438" marR="91438" marT="45726" marB="45726" anchor="t" vert="horz">
                    <a:lnL w="12700" cap="flat" cmpd="sng">
                      <a:solidFill>
                        <a:schemeClr val="lt1">
                          <a:alpha val="100000"/>
                        </a:schemeClr>
                      </a:solidFill>
                      <a:prstDash val="solid"/>
                      <a:round/>
                    </a:lnL>
                    <a:lnR w="12700" cap="flat" cmpd="sng">
                      <a:solidFill>
                        <a:schemeClr val="lt1">
                          <a:alpha val="100000"/>
                        </a:schemeClr>
                      </a:solidFill>
                      <a:prstDash val="solid"/>
                      <a:round/>
                    </a:lnR>
                    <a:lnT w="12700" cap="flat" cmpd="sng">
                      <a:solidFill>
                        <a:schemeClr val="lt1">
                          <a:alpha val="100000"/>
                        </a:schemeClr>
                      </a:solidFill>
                      <a:prstDash val="solid"/>
                      <a:round/>
                    </a:lnT>
                    <a:lnB w="38100" cap="flat" cmpd="sng">
                      <a:solidFill>
                        <a:schemeClr val="lt1">
                          <a:alpha val="100000"/>
                        </a:schemeClr>
                      </a:solidFill>
                      <a:prstDash val="solid"/>
                      <a:round/>
                    </a:lnB>
                    <a:solidFill>
                      <a:schemeClr val="accent1"/>
                    </a:solidFill>
                  </a:tcPr>
                </a:tc>
              </a:tr>
              <a:tr h="1339849">
                <a:tc>
                  <a:txBody>
                    <a:bodyPr/>
                    <a:p>
                      <a:pPr algn="l" eaLnBrk="1" hangingPunct="1" lvl="0"/>
                      <a:r>
                        <a:rPr altLang="en-US" b="0" sz="1800" lang="en-US">
                          <a:solidFill>
                            <a:srgbClr val="000000"/>
                          </a:solidFill>
                        </a:rPr>
                        <a:t>Mouth</a:t>
                      </a:r>
                    </a:p>
                  </a:txBody>
                  <a:tcPr marL="91438" marR="91438" marT="45726" marB="45726" anchor="t" vert="horz">
                    <a:lnL w="12700" cap="flat" cmpd="sng">
                      <a:solidFill>
                        <a:schemeClr val="lt1">
                          <a:alpha val="100000"/>
                        </a:schemeClr>
                      </a:solidFill>
                      <a:prstDash val="solid"/>
                      <a:round/>
                    </a:lnL>
                    <a:lnR w="12700" cap="flat" cmpd="sng">
                      <a:solidFill>
                        <a:schemeClr val="lt1">
                          <a:alpha val="100000"/>
                        </a:schemeClr>
                      </a:solidFill>
                      <a:prstDash val="solid"/>
                      <a:round/>
                    </a:lnR>
                    <a:lnT w="38100" cap="flat" cmpd="sng">
                      <a:solidFill>
                        <a:schemeClr val="lt1">
                          <a:alpha val="100000"/>
                        </a:schemeClr>
                      </a:solidFill>
                      <a:prstDash val="solid"/>
                      <a:round/>
                    </a:lnT>
                    <a:lnB w="12700" cap="flat" cmpd="sng">
                      <a:solidFill>
                        <a:schemeClr val="lt1">
                          <a:alpha val="100000"/>
                        </a:schemeClr>
                      </a:solidFill>
                      <a:prstDash val="solid"/>
                      <a:round/>
                    </a:lnB>
                    <a:solidFill>
                      <a:srgbClr val="E7F3F4"/>
                    </a:solidFill>
                  </a:tcPr>
                </a:tc>
                <a:tc>
                  <a:txBody>
                    <a:bodyPr/>
                    <a:p>
                      <a:pPr algn="l" eaLnBrk="1" hangingPunct="1" lvl="0"/>
                      <a:r>
                        <a:rPr altLang="en-US" b="0" sz="1800" lang="en-US">
                          <a:solidFill>
                            <a:srgbClr val="000000"/>
                          </a:solidFill>
                        </a:rPr>
                        <a:t>Mechanical</a:t>
                      </a:r>
                    </a:p>
                    <a:p>
                      <a:pPr algn="l" eaLnBrk="1" hangingPunct="1" lvl="0"/>
                      <a:r>
                        <a:rPr altLang="en-US" b="0" sz="1800" lang="en-US">
                          <a:solidFill>
                            <a:srgbClr val="000000"/>
                          </a:solidFill>
                        </a:rPr>
                        <a:t>chemical </a:t>
                      </a:r>
                    </a:p>
                  </a:txBody>
                  <a:tcPr marL="91438" marR="91438" marT="45726" marB="45726" anchor="t" vert="horz">
                    <a:lnL w="12700" cap="flat" cmpd="sng">
                      <a:solidFill>
                        <a:schemeClr val="lt1">
                          <a:alpha val="100000"/>
                        </a:schemeClr>
                      </a:solidFill>
                      <a:prstDash val="solid"/>
                      <a:round/>
                    </a:lnL>
                    <a:lnR w="12700" cap="flat" cmpd="sng">
                      <a:solidFill>
                        <a:schemeClr val="lt1">
                          <a:alpha val="100000"/>
                        </a:schemeClr>
                      </a:solidFill>
                      <a:prstDash val="solid"/>
                      <a:round/>
                    </a:lnR>
                    <a:lnT w="38100" cap="flat" cmpd="sng">
                      <a:solidFill>
                        <a:schemeClr val="lt1">
                          <a:alpha val="100000"/>
                        </a:schemeClr>
                      </a:solidFill>
                      <a:prstDash val="solid"/>
                      <a:round/>
                    </a:lnT>
                    <a:lnB w="12700" cap="flat" cmpd="sng">
                      <a:solidFill>
                        <a:schemeClr val="lt1">
                          <a:alpha val="100000"/>
                        </a:schemeClr>
                      </a:solidFill>
                      <a:prstDash val="solid"/>
                      <a:round/>
                    </a:lnB>
                    <a:solidFill>
                      <a:srgbClr val="E7F3F4"/>
                    </a:solidFill>
                  </a:tcPr>
                </a:tc>
                <a:tc>
                  <a:txBody>
                    <a:bodyPr/>
                    <a:p>
                      <a:pPr algn="l" eaLnBrk="1" hangingPunct="1" lvl="0"/>
                      <a:r>
                        <a:rPr altLang="en-US" b="0" sz="1800" lang="en-US">
                          <a:solidFill>
                            <a:srgbClr val="000000"/>
                          </a:solidFill>
                        </a:rPr>
                        <a:t>Mastication/chewing</a:t>
                      </a:r>
                    </a:p>
                    <a:p>
                      <a:pPr algn="l" eaLnBrk="1" hangingPunct="1" lvl="0"/>
                      <a:r>
                        <a:rPr altLang="en-US" b="0" sz="1800" lang="en-US">
                          <a:solidFill>
                            <a:srgbClr val="000000"/>
                          </a:solidFill>
                        </a:rPr>
                        <a:t>Salivary enzyme (amylase)</a:t>
                      </a:r>
                    </a:p>
                  </a:txBody>
                  <a:tcPr marL="91438" marR="91438" marT="45726" marB="45726" anchor="t" vert="horz">
                    <a:lnL w="12700" cap="flat" cmpd="sng">
                      <a:solidFill>
                        <a:schemeClr val="lt1">
                          <a:alpha val="100000"/>
                        </a:schemeClr>
                      </a:solidFill>
                      <a:prstDash val="solid"/>
                      <a:round/>
                    </a:lnL>
                    <a:lnR w="12700" cap="flat" cmpd="sng">
                      <a:solidFill>
                        <a:schemeClr val="lt1">
                          <a:alpha val="100000"/>
                        </a:schemeClr>
                      </a:solidFill>
                      <a:prstDash val="solid"/>
                      <a:round/>
                    </a:lnR>
                    <a:lnT w="38100" cap="flat" cmpd="sng">
                      <a:solidFill>
                        <a:schemeClr val="lt1">
                          <a:alpha val="100000"/>
                        </a:schemeClr>
                      </a:solidFill>
                      <a:prstDash val="solid"/>
                      <a:round/>
                    </a:lnT>
                    <a:lnB w="12700" cap="flat" cmpd="sng">
                      <a:solidFill>
                        <a:schemeClr val="lt1">
                          <a:alpha val="100000"/>
                        </a:schemeClr>
                      </a:solidFill>
                      <a:prstDash val="solid"/>
                      <a:round/>
                    </a:lnB>
                    <a:solidFill>
                      <a:srgbClr val="E7F3F4"/>
                    </a:solidFill>
                  </a:tcPr>
                </a:tc>
              </a:tr>
              <a:tr h="1743074">
                <a:tc>
                  <a:txBody>
                    <a:bodyPr/>
                    <a:p>
                      <a:pPr algn="l" eaLnBrk="1" hangingPunct="1" lvl="0"/>
                      <a:r>
                        <a:rPr altLang="en-US" b="0" sz="1800" lang="en-US">
                          <a:solidFill>
                            <a:srgbClr val="000000"/>
                          </a:solidFill>
                        </a:rPr>
                        <a:t>Stomach</a:t>
                      </a:r>
                    </a:p>
                  </a:txBody>
                  <a:tcPr marL="91438" marR="91438" marT="45726" marB="45726" anchor="t" vert="horz">
                    <a:lnL w="12700" cap="flat" cmpd="sng">
                      <a:solidFill>
                        <a:schemeClr val="lt1">
                          <a:alpha val="100000"/>
                        </a:schemeClr>
                      </a:solidFill>
                      <a:prstDash val="solid"/>
                      <a:round/>
                    </a:lnL>
                    <a:lnR w="12700" cap="flat" cmpd="sng">
                      <a:solidFill>
                        <a:schemeClr val="lt1">
                          <a:alpha val="100000"/>
                        </a:schemeClr>
                      </a:solidFill>
                      <a:prstDash val="solid"/>
                      <a:round/>
                    </a:lnR>
                    <a:lnT w="12700" cap="flat" cmpd="sng">
                      <a:solidFill>
                        <a:schemeClr val="lt1">
                          <a:alpha val="100000"/>
                        </a:schemeClr>
                      </a:solidFill>
                      <a:prstDash val="solid"/>
                      <a:round/>
                    </a:lnT>
                    <a:lnB w="12700" cap="flat" cmpd="sng">
                      <a:solidFill>
                        <a:schemeClr val="lt1">
                          <a:alpha val="100000"/>
                        </a:schemeClr>
                      </a:solidFill>
                      <a:prstDash val="solid"/>
                      <a:round/>
                    </a:lnB>
                    <a:solidFill>
                      <a:srgbClr val="F3F9FA"/>
                    </a:solidFill>
                  </a:tcPr>
                </a:tc>
                <a:tc>
                  <a:txBody>
                    <a:bodyPr/>
                    <a:p>
                      <a:pPr algn="l" eaLnBrk="1" hangingPunct="1" lvl="0"/>
                      <a:r>
                        <a:rPr altLang="en-US" b="0" sz="1800" lang="en-US">
                          <a:solidFill>
                            <a:srgbClr val="000000"/>
                          </a:solidFill>
                        </a:rPr>
                        <a:t>Mechanical</a:t>
                      </a:r>
                    </a:p>
                    <a:p>
                      <a:pPr algn="l" eaLnBrk="1" hangingPunct="1" lvl="0"/>
                      <a:endParaRPr altLang="en-US" lang="en-US">
                        <a:solidFill>
                          <a:srgbClr val="000000"/>
                        </a:solidFill>
                      </a:endParaRPr>
                    </a:p>
                    <a:p>
                      <a:pPr algn="l" eaLnBrk="1" hangingPunct="1" lvl="0"/>
                      <a:r>
                        <a:rPr altLang="en-US" b="0" sz="1800" lang="en-US">
                          <a:solidFill>
                            <a:srgbClr val="000000"/>
                          </a:solidFill>
                        </a:rPr>
                        <a:t>Chemical</a:t>
                      </a:r>
                    </a:p>
                  </a:txBody>
                  <a:tcPr marL="91438" marR="91438" marT="45726" marB="45726" anchor="t" vert="horz">
                    <a:lnL w="12700" cap="flat" cmpd="sng">
                      <a:solidFill>
                        <a:schemeClr val="lt1">
                          <a:alpha val="100000"/>
                        </a:schemeClr>
                      </a:solidFill>
                      <a:prstDash val="solid"/>
                      <a:round/>
                    </a:lnL>
                    <a:lnR w="12700" cap="flat" cmpd="sng">
                      <a:solidFill>
                        <a:schemeClr val="lt1">
                          <a:alpha val="100000"/>
                        </a:schemeClr>
                      </a:solidFill>
                      <a:prstDash val="solid"/>
                      <a:round/>
                    </a:lnR>
                    <a:lnT w="12700" cap="flat" cmpd="sng">
                      <a:solidFill>
                        <a:schemeClr val="lt1">
                          <a:alpha val="100000"/>
                        </a:schemeClr>
                      </a:solidFill>
                      <a:prstDash val="solid"/>
                      <a:round/>
                    </a:lnT>
                    <a:lnB w="12700" cap="flat" cmpd="sng">
                      <a:solidFill>
                        <a:schemeClr val="lt1">
                          <a:alpha val="100000"/>
                        </a:schemeClr>
                      </a:solidFill>
                      <a:prstDash val="solid"/>
                      <a:round/>
                    </a:lnB>
                    <a:solidFill>
                      <a:srgbClr val="F3F9FA"/>
                    </a:solidFill>
                  </a:tcPr>
                </a:tc>
                <a:tc>
                  <a:txBody>
                    <a:bodyPr/>
                    <a:p>
                      <a:pPr algn="l" eaLnBrk="1" hangingPunct="1" lvl="0"/>
                      <a:r>
                        <a:rPr altLang="en-US" b="0" sz="1800" lang="en-US">
                          <a:solidFill>
                            <a:srgbClr val="000000"/>
                          </a:solidFill>
                        </a:rPr>
                        <a:t>Peristalsis action of acid (hydrochloric acid) </a:t>
                      </a:r>
                    </a:p>
                    <a:p>
                      <a:pPr algn="l" eaLnBrk="1" hangingPunct="1" lvl="0"/>
                      <a:r>
                        <a:rPr altLang="en-US" b="0" sz="1800" lang="en-US">
                          <a:solidFill>
                            <a:srgbClr val="000000"/>
                          </a:solidFill>
                        </a:rPr>
                        <a:t>Gastric enzymes (pepsin)</a:t>
                      </a:r>
                    </a:p>
                  </a:txBody>
                  <a:tcPr marL="91438" marR="91438" marT="45726" marB="45726" anchor="t" vert="horz">
                    <a:lnL w="12700" cap="flat" cmpd="sng">
                      <a:solidFill>
                        <a:schemeClr val="lt1">
                          <a:alpha val="100000"/>
                        </a:schemeClr>
                      </a:solidFill>
                      <a:prstDash val="solid"/>
                      <a:round/>
                    </a:lnL>
                    <a:lnR w="12700" cap="flat" cmpd="sng">
                      <a:solidFill>
                        <a:schemeClr val="lt1">
                          <a:alpha val="100000"/>
                        </a:schemeClr>
                      </a:solidFill>
                      <a:prstDash val="solid"/>
                      <a:round/>
                    </a:lnR>
                    <a:lnT w="12700" cap="flat" cmpd="sng">
                      <a:solidFill>
                        <a:schemeClr val="lt1">
                          <a:alpha val="100000"/>
                        </a:schemeClr>
                      </a:solidFill>
                      <a:prstDash val="solid"/>
                      <a:round/>
                    </a:lnT>
                    <a:lnB w="12700" cap="flat" cmpd="sng">
                      <a:solidFill>
                        <a:schemeClr val="lt1">
                          <a:alpha val="100000"/>
                        </a:schemeClr>
                      </a:solidFill>
                      <a:prstDash val="solid"/>
                      <a:round/>
                    </a:lnB>
                    <a:solidFill>
                      <a:srgbClr val="F3F9FA"/>
                    </a:solidFill>
                  </a:tcPr>
                </a:tc>
              </a:tr>
              <a:tr h="1741487">
                <a:tc>
                  <a:txBody>
                    <a:bodyPr/>
                    <a:p>
                      <a:pPr algn="l" eaLnBrk="1" hangingPunct="1" lvl="0"/>
                      <a:r>
                        <a:rPr altLang="en-US" b="0" sz="1800" lang="en-US">
                          <a:solidFill>
                            <a:srgbClr val="000000"/>
                          </a:solidFill>
                        </a:rPr>
                        <a:t>Intestine</a:t>
                      </a:r>
                    </a:p>
                  </a:txBody>
                  <a:tcPr marL="91438" marR="91438" marT="45726" marB="45726" anchor="t" vert="horz">
                    <a:lnL w="12700" cap="flat" cmpd="sng">
                      <a:solidFill>
                        <a:schemeClr val="lt1">
                          <a:alpha val="100000"/>
                        </a:schemeClr>
                      </a:solidFill>
                      <a:prstDash val="solid"/>
                      <a:round/>
                    </a:lnL>
                    <a:lnR w="12700" cap="flat" cmpd="sng">
                      <a:solidFill>
                        <a:schemeClr val="lt1">
                          <a:alpha val="100000"/>
                        </a:schemeClr>
                      </a:solidFill>
                      <a:prstDash val="solid"/>
                      <a:round/>
                    </a:lnR>
                    <a:lnT w="12700" cap="flat" cmpd="sng">
                      <a:solidFill>
                        <a:schemeClr val="lt1">
                          <a:alpha val="100000"/>
                        </a:schemeClr>
                      </a:solidFill>
                      <a:prstDash val="solid"/>
                      <a:round/>
                    </a:lnT>
                    <a:lnB w="12700" cap="flat" cmpd="sng">
                      <a:solidFill>
                        <a:schemeClr val="lt1">
                          <a:alpha val="100000"/>
                        </a:schemeClr>
                      </a:solidFill>
                      <a:prstDash val="solid"/>
                      <a:round/>
                    </a:lnB>
                    <a:solidFill>
                      <a:srgbClr val="E7F3F4"/>
                    </a:solidFill>
                  </a:tcPr>
                </a:tc>
                <a:tc>
                  <a:txBody>
                    <a:bodyPr/>
                    <a:p>
                      <a:pPr algn="l" eaLnBrk="1" hangingPunct="1" lvl="0"/>
                      <a:r>
                        <a:rPr altLang="en-US" b="0" sz="1800" lang="en-US">
                          <a:solidFill>
                            <a:srgbClr val="000000"/>
                          </a:solidFill>
                        </a:rPr>
                        <a:t>Mechanical</a:t>
                      </a:r>
                    </a:p>
                    <a:p>
                      <a:pPr algn="l" eaLnBrk="1" hangingPunct="1" lvl="0"/>
                      <a:r>
                        <a:rPr altLang="en-US" b="0" sz="1800" lang="en-US">
                          <a:solidFill>
                            <a:srgbClr val="000000"/>
                          </a:solidFill>
                        </a:rPr>
                        <a:t>Chemical</a:t>
                      </a:r>
                    </a:p>
                    <a:p>
                      <a:pPr algn="l" eaLnBrk="1" hangingPunct="1" lvl="0"/>
                      <a:endParaRPr altLang="en-US" lang="en-US">
                        <a:solidFill>
                          <a:srgbClr val="000000"/>
                        </a:solidFill>
                      </a:endParaRPr>
                    </a:p>
                  </a:txBody>
                  <a:tcPr marL="91438" marR="91438" marT="45726" marB="45726" anchor="t" vert="horz">
                    <a:lnL w="12700" cap="flat" cmpd="sng">
                      <a:solidFill>
                        <a:schemeClr val="lt1">
                          <a:alpha val="100000"/>
                        </a:schemeClr>
                      </a:solidFill>
                      <a:prstDash val="solid"/>
                      <a:round/>
                    </a:lnL>
                    <a:lnR w="12700" cap="flat" cmpd="sng">
                      <a:solidFill>
                        <a:schemeClr val="lt1">
                          <a:alpha val="100000"/>
                        </a:schemeClr>
                      </a:solidFill>
                      <a:prstDash val="solid"/>
                      <a:round/>
                    </a:lnR>
                    <a:lnT w="12700" cap="flat" cmpd="sng">
                      <a:solidFill>
                        <a:schemeClr val="lt1">
                          <a:alpha val="100000"/>
                        </a:schemeClr>
                      </a:solidFill>
                      <a:prstDash val="solid"/>
                      <a:round/>
                    </a:lnT>
                    <a:lnB w="12700" cap="flat" cmpd="sng">
                      <a:solidFill>
                        <a:schemeClr val="lt1">
                          <a:alpha val="100000"/>
                        </a:schemeClr>
                      </a:solidFill>
                      <a:prstDash val="solid"/>
                      <a:round/>
                    </a:lnB>
                    <a:solidFill>
                      <a:srgbClr val="E7F3F4"/>
                    </a:solidFill>
                  </a:tcPr>
                </a:tc>
                <a:tc>
                  <a:txBody>
                    <a:bodyPr/>
                    <a:p>
                      <a:pPr algn="l" eaLnBrk="1" hangingPunct="1" lvl="0"/>
                      <a:r>
                        <a:rPr altLang="en-US" b="0" sz="1800" lang="en-US">
                          <a:solidFill>
                            <a:srgbClr val="000000"/>
                          </a:solidFill>
                        </a:rPr>
                        <a:t>Peristalsis</a:t>
                      </a:r>
                    </a:p>
                    <a:p>
                      <a:pPr algn="l" eaLnBrk="1" hangingPunct="1" lvl="0"/>
                      <a:r>
                        <a:rPr altLang="en-US" b="0" sz="1800" lang="en-US">
                          <a:solidFill>
                            <a:srgbClr val="000000"/>
                          </a:solidFill>
                        </a:rPr>
                        <a:t>Pancreatic enzymes</a:t>
                      </a:r>
                    </a:p>
                    <a:p>
                      <a:pPr algn="l" eaLnBrk="1" hangingPunct="1" lvl="0"/>
                      <a:r>
                        <a:rPr altLang="en-US" b="0" sz="1800" lang="en-US">
                          <a:solidFill>
                            <a:srgbClr val="000000"/>
                          </a:solidFill>
                        </a:rPr>
                        <a:t>Intestinal enzymes</a:t>
                      </a:r>
                    </a:p>
                    <a:p>
                      <a:pPr algn="l" eaLnBrk="1" hangingPunct="1" lvl="0"/>
                      <a:r>
                        <a:rPr altLang="en-US" b="0" sz="1800" lang="en-US">
                          <a:solidFill>
                            <a:srgbClr val="000000"/>
                          </a:solidFill>
                        </a:rPr>
                        <a:t>Bile acids/bile salts</a:t>
                      </a:r>
                    </a:p>
                  </a:txBody>
                  <a:tcPr marL="91438" marR="91438" marT="45726" marB="45726" anchor="t" vert="horz">
                    <a:lnL w="12700" cap="flat" cmpd="sng">
                      <a:solidFill>
                        <a:schemeClr val="lt1">
                          <a:alpha val="100000"/>
                        </a:schemeClr>
                      </a:solidFill>
                      <a:prstDash val="solid"/>
                      <a:round/>
                    </a:lnL>
                    <a:lnR w="12700" cap="flat" cmpd="sng">
                      <a:solidFill>
                        <a:schemeClr val="lt1">
                          <a:alpha val="100000"/>
                        </a:schemeClr>
                      </a:solidFill>
                      <a:prstDash val="solid"/>
                      <a:round/>
                    </a:lnR>
                    <a:lnT w="12700" cap="flat" cmpd="sng">
                      <a:solidFill>
                        <a:schemeClr val="lt1">
                          <a:alpha val="100000"/>
                        </a:schemeClr>
                      </a:solidFill>
                      <a:prstDash val="solid"/>
                      <a:round/>
                    </a:lnT>
                    <a:lnB w="12700" cap="flat" cmpd="sng">
                      <a:solidFill>
                        <a:schemeClr val="lt1">
                          <a:alpha val="100000"/>
                        </a:schemeClr>
                      </a:solidFill>
                      <a:prstDash val="solid"/>
                      <a:round/>
                    </a:lnB>
                    <a:solidFill>
                      <a:srgbClr val="E7F3F4"/>
                    </a:solidFill>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1">
  <p:cSld>
    <p:spTree>
      <p:nvGrpSpPr>
        <p:cNvPr id="82" name=""/>
        <p:cNvGrpSpPr/>
        <p:nvPr/>
      </p:nvGrpSpPr>
      <p:grpSpPr>
        <a:xfrm rot="0">
          <a:off x="0" y="0"/>
          <a:ext cx="0" cy="0"/>
          <a:chOff x="0" y="0"/>
          <a:chExt cx="0" cy="0"/>
        </a:xfrm>
      </p:grpSpPr>
      <p:sp>
        <p:nvSpPr>
          <p:cNvPr id="1048659" name="Title 1"/>
          <p:cNvSpPr/>
          <p:nvPr>
            <p:ph type="title" sz="full" idx="0"/>
          </p:nvPr>
        </p:nvSpPr>
        <p:spPr>
          <a:xfrm rot="0">
            <a:off x="250825" y="274637"/>
            <a:ext cx="8435975" cy="8509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Arial" pitchFamily="0" charset="0"/>
                <a:ea typeface="Arial" pitchFamily="0" charset="0"/>
                <a:sym typeface="Arial" pitchFamily="0" charset="0"/>
              </a:defRPr>
            </a:lvl1pPr>
          </a:lstStyle>
          <a:p>
            <a:pPr lvl="0"/>
            <a:r>
              <a:rPr altLang="en-US" sz="3500" lang="en-US">
                <a:solidFill>
                  <a:srgbClr val="00B050"/>
                </a:solidFill>
              </a:rPr>
              <a:t>Digestion of Carbohydrate, Proteins, &amp; Lipids</a:t>
            </a:r>
          </a:p>
        </p:txBody>
      </p:sp>
      <p:graphicFrame>
        <p:nvGraphicFramePr>
          <p:cNvPr id="4194305" name=""/>
          <p:cNvGraphicFramePr>
            <a:graphicFrameLocks/>
          </p:cNvGraphicFramePr>
          <p:nvPr/>
        </p:nvGraphicFramePr>
        <p:xfrm rot="0">
          <a:off x="179387" y="1125537"/>
          <a:ext cx="8640762" cy="5545137"/>
        </p:xfrm>
        <a:graphic>
          <a:graphicData uri="http://schemas.openxmlformats.org/drawingml/2006/table">
            <a:tbl>
              <a:tblPr/>
              <a:tblGrid>
                <a:gridCol w="2879724"/>
                <a:gridCol w="2881312"/>
                <a:gridCol w="2879724"/>
              </a:tblGrid>
              <a:tr h="542924">
                <a:tc>
                  <a:txBody>
                    <a:bodyPr/>
                    <a:p>
                      <a:pPr algn="just" eaLnBrk="1" hangingPunct="1" lvl="0"/>
                      <a:r>
                        <a:rPr altLang="en-US" b="1" sz="1500" lang="en-US">
                          <a:solidFill>
                            <a:srgbClr val="002060"/>
                          </a:solidFill>
                        </a:rPr>
                        <a:t>Nutrients</a:t>
                      </a:r>
                    </a:p>
                  </a:txBody>
                  <a:tcPr marL="91438" marR="91438" marT="45720" marB="45720" anchor="t" vert="horz">
                    <a:lnL w="12700" cap="flat" cmpd="sng">
                      <a:solidFill>
                        <a:schemeClr val="lt1">
                          <a:alpha val="100000"/>
                        </a:schemeClr>
                      </a:solidFill>
                      <a:prstDash val="solid"/>
                      <a:round/>
                    </a:lnL>
                    <a:lnR w="12700" cap="flat" cmpd="sng">
                      <a:solidFill>
                        <a:schemeClr val="lt1">
                          <a:alpha val="100000"/>
                        </a:schemeClr>
                      </a:solidFill>
                      <a:prstDash val="solid"/>
                      <a:round/>
                    </a:lnR>
                    <a:lnT w="12700" cap="flat" cmpd="sng">
                      <a:solidFill>
                        <a:schemeClr val="lt1">
                          <a:alpha val="100000"/>
                        </a:schemeClr>
                      </a:solidFill>
                      <a:prstDash val="solid"/>
                      <a:round/>
                    </a:lnT>
                    <a:lnB w="38100" cap="flat" cmpd="sng">
                      <a:solidFill>
                        <a:schemeClr val="lt1">
                          <a:alpha val="100000"/>
                        </a:schemeClr>
                      </a:solidFill>
                      <a:prstDash val="solid"/>
                      <a:round/>
                    </a:lnB>
                    <a:solidFill>
                      <a:schemeClr val="accent1"/>
                    </a:solidFill>
                  </a:tcPr>
                </a:tc>
                <a:tc>
                  <a:txBody>
                    <a:bodyPr/>
                    <a:p>
                      <a:pPr algn="just" eaLnBrk="1" hangingPunct="1" lvl="0"/>
                      <a:r>
                        <a:rPr altLang="en-US" b="1" sz="1500" lang="en-US">
                          <a:solidFill>
                            <a:srgbClr val="002060"/>
                          </a:solidFill>
                        </a:rPr>
                        <a:t>Action</a:t>
                      </a:r>
                    </a:p>
                  </a:txBody>
                  <a:tcPr marL="91438" marR="91438" marT="45720" marB="45720" anchor="t" vert="horz">
                    <a:lnL w="12700" cap="flat" cmpd="sng">
                      <a:solidFill>
                        <a:schemeClr val="lt1">
                          <a:alpha val="100000"/>
                        </a:schemeClr>
                      </a:solidFill>
                      <a:prstDash val="solid"/>
                      <a:round/>
                    </a:lnL>
                    <a:lnR w="12700" cap="flat" cmpd="sng">
                      <a:solidFill>
                        <a:schemeClr val="lt1">
                          <a:alpha val="100000"/>
                        </a:schemeClr>
                      </a:solidFill>
                      <a:prstDash val="solid"/>
                      <a:round/>
                    </a:lnR>
                    <a:lnT w="12700" cap="flat" cmpd="sng">
                      <a:solidFill>
                        <a:schemeClr val="lt1">
                          <a:alpha val="100000"/>
                        </a:schemeClr>
                      </a:solidFill>
                      <a:prstDash val="solid"/>
                      <a:round/>
                    </a:lnT>
                    <a:lnB w="38100" cap="flat" cmpd="sng">
                      <a:solidFill>
                        <a:schemeClr val="lt1">
                          <a:alpha val="100000"/>
                        </a:schemeClr>
                      </a:solidFill>
                      <a:prstDash val="solid"/>
                      <a:round/>
                    </a:lnB>
                    <a:solidFill>
                      <a:schemeClr val="accent1"/>
                    </a:solidFill>
                  </a:tcPr>
                </a:tc>
                <a:tc>
                  <a:txBody>
                    <a:bodyPr/>
                    <a:p>
                      <a:pPr algn="just" eaLnBrk="1" hangingPunct="1" lvl="0"/>
                      <a:r>
                        <a:rPr altLang="en-US" b="1" sz="1500" lang="en-US">
                          <a:solidFill>
                            <a:srgbClr val="002060"/>
                          </a:solidFill>
                        </a:rPr>
                        <a:t>Digestive process</a:t>
                      </a:r>
                    </a:p>
                  </a:txBody>
                  <a:tcPr marL="91438" marR="91438" marT="45720" marB="45720" anchor="t" vert="horz">
                    <a:lnL w="12700" cap="flat" cmpd="sng">
                      <a:solidFill>
                        <a:schemeClr val="lt1">
                          <a:alpha val="100000"/>
                        </a:schemeClr>
                      </a:solidFill>
                      <a:prstDash val="solid"/>
                      <a:round/>
                    </a:lnL>
                    <a:lnR w="12700" cap="flat" cmpd="sng">
                      <a:solidFill>
                        <a:schemeClr val="lt1">
                          <a:alpha val="100000"/>
                        </a:schemeClr>
                      </a:solidFill>
                      <a:prstDash val="solid"/>
                      <a:round/>
                    </a:lnR>
                    <a:lnT w="12700" cap="flat" cmpd="sng">
                      <a:solidFill>
                        <a:schemeClr val="lt1">
                          <a:alpha val="100000"/>
                        </a:schemeClr>
                      </a:solidFill>
                      <a:prstDash val="solid"/>
                      <a:round/>
                    </a:lnT>
                    <a:lnB w="38100" cap="flat" cmpd="sng">
                      <a:solidFill>
                        <a:schemeClr val="lt1">
                          <a:alpha val="100000"/>
                        </a:schemeClr>
                      </a:solidFill>
                      <a:prstDash val="solid"/>
                      <a:round/>
                    </a:lnB>
                    <a:solidFill>
                      <a:schemeClr val="accent1"/>
                    </a:solidFill>
                  </a:tcPr>
                </a:tc>
              </a:tr>
              <a:tr h="1339849">
                <a:tc>
                  <a:txBody>
                    <a:bodyPr/>
                    <a:p>
                      <a:pPr algn="just" eaLnBrk="1" hangingPunct="1" lvl="0"/>
                      <a:r>
                        <a:rPr altLang="en-US" b="0" sz="1500" lang="en-US">
                          <a:solidFill>
                            <a:srgbClr val="000000"/>
                          </a:solidFill>
                        </a:rPr>
                        <a:t>Carbohydrate</a:t>
                      </a:r>
                    </a:p>
                    <a:p>
                      <a:pPr algn="just" eaLnBrk="1" hangingPunct="1" lvl="0"/>
                      <a:r>
                        <a:rPr altLang="en-US" b="0" sz="1500" lang="en-US">
                          <a:solidFill>
                            <a:srgbClr val="000000"/>
                          </a:solidFill>
                        </a:rPr>
                        <a:t>Starches are important source of carbohydrate in human nutrition</a:t>
                      </a:r>
                    </a:p>
                  </a:txBody>
                  <a:tcPr marL="91438" marR="91438" marT="45720" marB="45720" anchor="t" vert="horz">
                    <a:lnL w="12700" cap="flat" cmpd="sng">
                      <a:solidFill>
                        <a:schemeClr val="lt1">
                          <a:alpha val="100000"/>
                        </a:schemeClr>
                      </a:solidFill>
                      <a:prstDash val="solid"/>
                      <a:round/>
                    </a:lnL>
                    <a:lnR w="12700" cap="flat" cmpd="sng">
                      <a:solidFill>
                        <a:schemeClr val="lt1">
                          <a:alpha val="100000"/>
                        </a:schemeClr>
                      </a:solidFill>
                      <a:prstDash val="solid"/>
                      <a:round/>
                    </a:lnR>
                    <a:lnT w="38100" cap="flat" cmpd="sng">
                      <a:solidFill>
                        <a:schemeClr val="lt1">
                          <a:alpha val="100000"/>
                        </a:schemeClr>
                      </a:solidFill>
                      <a:prstDash val="solid"/>
                      <a:round/>
                    </a:lnT>
                    <a:lnB w="12700" cap="flat" cmpd="sng">
                      <a:solidFill>
                        <a:schemeClr val="lt1">
                          <a:alpha val="100000"/>
                        </a:schemeClr>
                      </a:solidFill>
                      <a:prstDash val="solid"/>
                      <a:round/>
                    </a:lnB>
                    <a:solidFill>
                      <a:srgbClr val="E7F3F4"/>
                    </a:solidFill>
                  </a:tcPr>
                </a:tc>
                <a:tc>
                  <a:txBody>
                    <a:bodyPr/>
                    <a:p>
                      <a:pPr algn="just" eaLnBrk="1" hangingPunct="1" lvl="0"/>
                      <a:r>
                        <a:rPr altLang="en-US" b="0" sz="1500" lang="en-US">
                          <a:solidFill>
                            <a:srgbClr val="000000"/>
                          </a:solidFill>
                        </a:rPr>
                        <a:t>The Sites of carbohydrate digestion are the mouth and small intestine</a:t>
                      </a:r>
                    </a:p>
                  </a:txBody>
                  <a:tcPr marL="91438" marR="91438" marT="45720" marB="45720" anchor="t" vert="horz">
                    <a:lnL w="12700" cap="flat" cmpd="sng">
                      <a:solidFill>
                        <a:schemeClr val="lt1">
                          <a:alpha val="100000"/>
                        </a:schemeClr>
                      </a:solidFill>
                      <a:prstDash val="solid"/>
                      <a:round/>
                    </a:lnL>
                    <a:lnR w="12700" cap="flat" cmpd="sng">
                      <a:solidFill>
                        <a:schemeClr val="lt1">
                          <a:alpha val="100000"/>
                        </a:schemeClr>
                      </a:solidFill>
                      <a:prstDash val="solid"/>
                      <a:round/>
                    </a:lnR>
                    <a:lnT w="38100" cap="flat" cmpd="sng">
                      <a:solidFill>
                        <a:schemeClr val="lt1">
                          <a:alpha val="100000"/>
                        </a:schemeClr>
                      </a:solidFill>
                      <a:prstDash val="solid"/>
                      <a:round/>
                    </a:lnT>
                    <a:lnB w="12700" cap="flat" cmpd="sng">
                      <a:solidFill>
                        <a:schemeClr val="lt1">
                          <a:alpha val="100000"/>
                        </a:schemeClr>
                      </a:solidFill>
                      <a:prstDash val="solid"/>
                      <a:round/>
                    </a:lnB>
                    <a:solidFill>
                      <a:srgbClr val="E7F3F4"/>
                    </a:solidFill>
                  </a:tcPr>
                </a:tc>
                <a:tc>
                  <a:txBody>
                    <a:bodyPr/>
                    <a:p>
                      <a:pPr algn="just" eaLnBrk="1" hangingPunct="1" lvl="0"/>
                      <a:r>
                        <a:rPr altLang="en-US" b="0" sz="1500" lang="en-US">
                          <a:solidFill>
                            <a:srgbClr val="000000"/>
                          </a:solidFill>
                        </a:rPr>
                        <a:t>The end product of starch digestion is glucose with enzymes amylase for digestion in salivary and maltase for pancreatic secretions </a:t>
                      </a:r>
                    </a:p>
                  </a:txBody>
                  <a:tcPr marL="91438" marR="91438" marT="45720" marB="45720" anchor="t" vert="horz">
                    <a:lnL w="12700" cap="flat" cmpd="sng">
                      <a:solidFill>
                        <a:schemeClr val="lt1">
                          <a:alpha val="100000"/>
                        </a:schemeClr>
                      </a:solidFill>
                      <a:prstDash val="solid"/>
                      <a:round/>
                    </a:lnL>
                    <a:lnR w="12700" cap="flat" cmpd="sng">
                      <a:solidFill>
                        <a:schemeClr val="lt1">
                          <a:alpha val="100000"/>
                        </a:schemeClr>
                      </a:solidFill>
                      <a:prstDash val="solid"/>
                      <a:round/>
                    </a:lnR>
                    <a:lnT w="38100" cap="flat" cmpd="sng">
                      <a:solidFill>
                        <a:schemeClr val="lt1">
                          <a:alpha val="100000"/>
                        </a:schemeClr>
                      </a:solidFill>
                      <a:prstDash val="solid"/>
                      <a:round/>
                    </a:lnT>
                    <a:lnB w="12700" cap="flat" cmpd="sng">
                      <a:solidFill>
                        <a:schemeClr val="lt1">
                          <a:alpha val="100000"/>
                        </a:schemeClr>
                      </a:solidFill>
                      <a:prstDash val="solid"/>
                      <a:round/>
                    </a:lnB>
                    <a:solidFill>
                      <a:srgbClr val="E7F3F4"/>
                    </a:solidFill>
                  </a:tcPr>
                </a:tc>
              </a:tr>
              <a:tr h="1741487">
                <a:tc>
                  <a:txBody>
                    <a:bodyPr/>
                    <a:p>
                      <a:pPr algn="just" eaLnBrk="1" hangingPunct="1" lvl="0"/>
                      <a:r>
                        <a:rPr altLang="en-US" b="0" sz="1500" lang="en-US">
                          <a:solidFill>
                            <a:srgbClr val="000000"/>
                          </a:solidFill>
                        </a:rPr>
                        <a:t>Proteins</a:t>
                      </a:r>
                    </a:p>
                    <a:p>
                      <a:pPr algn="just" eaLnBrk="1" hangingPunct="1" lvl="0"/>
                      <a:r>
                        <a:rPr altLang="en-US" b="0" sz="1500" lang="en-US">
                          <a:solidFill>
                            <a:srgbClr val="000000"/>
                          </a:solidFill>
                        </a:rPr>
                        <a:t>Digestion involves the breakdown of the peptide linkages joining the amino acids</a:t>
                      </a:r>
                    </a:p>
                  </a:txBody>
                  <a:tcPr marL="91438" marR="91438" marT="45720" marB="45720" anchor="t" vert="horz">
                    <a:lnL w="12700" cap="flat" cmpd="sng">
                      <a:solidFill>
                        <a:schemeClr val="lt1">
                          <a:alpha val="100000"/>
                        </a:schemeClr>
                      </a:solidFill>
                      <a:prstDash val="solid"/>
                      <a:round/>
                    </a:lnL>
                    <a:lnR w="12700" cap="flat" cmpd="sng">
                      <a:solidFill>
                        <a:schemeClr val="lt1">
                          <a:alpha val="100000"/>
                        </a:schemeClr>
                      </a:solidFill>
                      <a:prstDash val="solid"/>
                      <a:round/>
                    </a:lnR>
                    <a:lnT w="12700" cap="flat" cmpd="sng">
                      <a:solidFill>
                        <a:schemeClr val="lt1">
                          <a:alpha val="100000"/>
                        </a:schemeClr>
                      </a:solidFill>
                      <a:prstDash val="solid"/>
                      <a:round/>
                    </a:lnT>
                    <a:lnB w="12700" cap="flat" cmpd="sng">
                      <a:solidFill>
                        <a:schemeClr val="lt1">
                          <a:alpha val="100000"/>
                        </a:schemeClr>
                      </a:solidFill>
                      <a:prstDash val="solid"/>
                      <a:round/>
                    </a:lnB>
                    <a:solidFill>
                      <a:srgbClr val="F3F9FA"/>
                    </a:solidFill>
                  </a:tcPr>
                </a:tc>
                <a:tc>
                  <a:txBody>
                    <a:bodyPr/>
                    <a:p>
                      <a:pPr algn="just" eaLnBrk="1" hangingPunct="1" lvl="0"/>
                      <a:r>
                        <a:rPr altLang="en-US" b="0" sz="1500" lang="en-US">
                          <a:solidFill>
                            <a:srgbClr val="000000"/>
                          </a:solidFill>
                        </a:rPr>
                        <a:t>The major sites for protein digestion are the stomach and small intestine</a:t>
                      </a:r>
                    </a:p>
                  </a:txBody>
                  <a:tcPr marL="91438" marR="91438" marT="45720" marB="45720" anchor="t" vert="horz">
                    <a:lnL w="12700" cap="flat" cmpd="sng">
                      <a:solidFill>
                        <a:schemeClr val="lt1">
                          <a:alpha val="100000"/>
                        </a:schemeClr>
                      </a:solidFill>
                      <a:prstDash val="solid"/>
                      <a:round/>
                    </a:lnL>
                    <a:lnR w="12700" cap="flat" cmpd="sng">
                      <a:solidFill>
                        <a:schemeClr val="lt1">
                          <a:alpha val="100000"/>
                        </a:schemeClr>
                      </a:solidFill>
                      <a:prstDash val="solid"/>
                      <a:round/>
                    </a:lnR>
                    <a:lnT w="12700" cap="flat" cmpd="sng">
                      <a:solidFill>
                        <a:schemeClr val="lt1">
                          <a:alpha val="100000"/>
                        </a:schemeClr>
                      </a:solidFill>
                      <a:prstDash val="solid"/>
                      <a:round/>
                    </a:lnT>
                    <a:lnB w="12700" cap="flat" cmpd="sng">
                      <a:solidFill>
                        <a:schemeClr val="lt1">
                          <a:alpha val="100000"/>
                        </a:schemeClr>
                      </a:solidFill>
                      <a:prstDash val="solid"/>
                      <a:round/>
                    </a:lnB>
                    <a:solidFill>
                      <a:srgbClr val="F3F9FA"/>
                    </a:solidFill>
                  </a:tcPr>
                </a:tc>
                <a:tc>
                  <a:txBody>
                    <a:bodyPr/>
                    <a:p>
                      <a:pPr algn="just" eaLnBrk="1" hangingPunct="1" lvl="0"/>
                      <a:r>
                        <a:rPr altLang="en-US" b="0" sz="1500" lang="en-US">
                          <a:solidFill>
                            <a:srgbClr val="000000"/>
                          </a:solidFill>
                        </a:rPr>
                        <a:t>The enzymes involved in protein digestion are pepsin, trypsin, chymotrypsin, carboxypeptidase, aminopeptidase</a:t>
                      </a:r>
                    </a:p>
                  </a:txBody>
                  <a:tcPr marL="91438" marR="91438" marT="45720" marB="45720" anchor="t" vert="horz">
                    <a:lnL w="12700" cap="flat" cmpd="sng">
                      <a:solidFill>
                        <a:schemeClr val="lt1">
                          <a:alpha val="100000"/>
                        </a:schemeClr>
                      </a:solidFill>
                      <a:prstDash val="solid"/>
                      <a:round/>
                    </a:lnL>
                    <a:lnR w="12700" cap="flat" cmpd="sng">
                      <a:solidFill>
                        <a:schemeClr val="lt1">
                          <a:alpha val="100000"/>
                        </a:schemeClr>
                      </a:solidFill>
                      <a:prstDash val="solid"/>
                      <a:round/>
                    </a:lnR>
                    <a:lnT w="12700" cap="flat" cmpd="sng">
                      <a:solidFill>
                        <a:schemeClr val="lt1">
                          <a:alpha val="100000"/>
                        </a:schemeClr>
                      </a:solidFill>
                      <a:prstDash val="solid"/>
                      <a:round/>
                    </a:lnT>
                    <a:lnB w="12700" cap="flat" cmpd="sng">
                      <a:solidFill>
                        <a:schemeClr val="lt1">
                          <a:alpha val="100000"/>
                        </a:schemeClr>
                      </a:solidFill>
                      <a:prstDash val="solid"/>
                      <a:round/>
                    </a:lnB>
                    <a:solidFill>
                      <a:srgbClr val="F3F9FA"/>
                    </a:solidFill>
                  </a:tcPr>
                </a:tc>
              </a:tr>
              <a:tr h="1920874">
                <a:tc>
                  <a:txBody>
                    <a:bodyPr/>
                    <a:p>
                      <a:pPr algn="just" eaLnBrk="1" hangingPunct="1" lvl="0"/>
                      <a:r>
                        <a:rPr altLang="en-US" b="0" sz="1500" lang="en-US">
                          <a:solidFill>
                            <a:srgbClr val="000000"/>
                          </a:solidFill>
                        </a:rPr>
                        <a:t>Lipids</a:t>
                      </a:r>
                    </a:p>
                    <a:p>
                      <a:pPr algn="just" eaLnBrk="1" hangingPunct="1" lvl="0"/>
                      <a:r>
                        <a:rPr altLang="en-US" b="0" sz="1500" lang="en-US">
                          <a:solidFill>
                            <a:srgbClr val="000000"/>
                          </a:solidFill>
                        </a:rPr>
                        <a:t>Triglycerides are an important source of lipids in human nutrition</a:t>
                      </a:r>
                    </a:p>
                  </a:txBody>
                  <a:tcPr marL="91438" marR="91438" marT="45720" marB="45720" anchor="t" vert="horz">
                    <a:lnL w="12700" cap="flat" cmpd="sng">
                      <a:solidFill>
                        <a:schemeClr val="lt1">
                          <a:alpha val="100000"/>
                        </a:schemeClr>
                      </a:solidFill>
                      <a:prstDash val="solid"/>
                      <a:round/>
                    </a:lnL>
                    <a:lnR w="12700" cap="flat" cmpd="sng">
                      <a:solidFill>
                        <a:schemeClr val="lt1">
                          <a:alpha val="100000"/>
                        </a:schemeClr>
                      </a:solidFill>
                      <a:prstDash val="solid"/>
                      <a:round/>
                    </a:lnR>
                    <a:lnT w="12700" cap="flat" cmpd="sng">
                      <a:solidFill>
                        <a:schemeClr val="lt1">
                          <a:alpha val="100000"/>
                        </a:schemeClr>
                      </a:solidFill>
                      <a:prstDash val="solid"/>
                      <a:round/>
                    </a:lnT>
                    <a:lnB w="12700" cap="flat" cmpd="sng">
                      <a:solidFill>
                        <a:schemeClr val="lt1">
                          <a:alpha val="100000"/>
                        </a:schemeClr>
                      </a:solidFill>
                      <a:prstDash val="solid"/>
                      <a:round/>
                    </a:lnB>
                    <a:solidFill>
                      <a:srgbClr val="E7F3F4"/>
                    </a:solidFill>
                  </a:tcPr>
                </a:tc>
                <a:tc>
                  <a:txBody>
                    <a:bodyPr/>
                    <a:p>
                      <a:pPr algn="just" eaLnBrk="1" hangingPunct="1" lvl="0"/>
                      <a:r>
                        <a:rPr altLang="en-US" b="0" sz="1500" lang="en-US">
                          <a:solidFill>
                            <a:srgbClr val="000000"/>
                          </a:solidFill>
                        </a:rPr>
                        <a:t>The major site for lipid digestion is the small intestine</a:t>
                      </a:r>
                    </a:p>
                    <a:p>
                      <a:pPr algn="just" eaLnBrk="1" hangingPunct="1" lvl="0"/>
                      <a:endParaRPr altLang="en-US" sz="1500" lang="en-US">
                        <a:solidFill>
                          <a:srgbClr val="000000"/>
                        </a:solidFill>
                      </a:endParaRPr>
                    </a:p>
                  </a:txBody>
                  <a:tcPr marL="91438" marR="91438" marT="45720" marB="45720" anchor="t" vert="horz">
                    <a:lnL w="12700" cap="flat" cmpd="sng">
                      <a:solidFill>
                        <a:schemeClr val="lt1">
                          <a:alpha val="100000"/>
                        </a:schemeClr>
                      </a:solidFill>
                      <a:prstDash val="solid"/>
                      <a:round/>
                    </a:lnL>
                    <a:lnR w="12700" cap="flat" cmpd="sng">
                      <a:solidFill>
                        <a:schemeClr val="lt1">
                          <a:alpha val="100000"/>
                        </a:schemeClr>
                      </a:solidFill>
                      <a:prstDash val="solid"/>
                      <a:round/>
                    </a:lnR>
                    <a:lnT w="12700" cap="flat" cmpd="sng">
                      <a:solidFill>
                        <a:schemeClr val="lt1">
                          <a:alpha val="100000"/>
                        </a:schemeClr>
                      </a:solidFill>
                      <a:prstDash val="solid"/>
                      <a:round/>
                    </a:lnT>
                    <a:lnB w="12700" cap="flat" cmpd="sng">
                      <a:solidFill>
                        <a:schemeClr val="lt1">
                          <a:alpha val="100000"/>
                        </a:schemeClr>
                      </a:solidFill>
                      <a:prstDash val="solid"/>
                      <a:round/>
                    </a:lnB>
                    <a:solidFill>
                      <a:srgbClr val="E7F3F4"/>
                    </a:solidFill>
                  </a:tcPr>
                </a:tc>
                <a:tc>
                  <a:txBody>
                    <a:bodyPr/>
                    <a:p>
                      <a:pPr algn="just" eaLnBrk="1" hangingPunct="1" lvl="0"/>
                      <a:r>
                        <a:rPr altLang="en-US" b="0" sz="1500" lang="en-US">
                          <a:solidFill>
                            <a:srgbClr val="000000"/>
                          </a:solidFill>
                        </a:rPr>
                        <a:t>Bile salts emulsify the lipids and are important in lipid digestion</a:t>
                      </a:r>
                    </a:p>
                    <a:p>
                      <a:pPr algn="just" eaLnBrk="1" hangingPunct="1" lvl="0"/>
                      <a:r>
                        <a:rPr altLang="en-US" b="0" sz="1500" lang="en-US">
                          <a:solidFill>
                            <a:srgbClr val="000000"/>
                          </a:solidFill>
                        </a:rPr>
                        <a:t>The end products of lipid digestion are fatty acids glycerol and monoglycerides</a:t>
                      </a:r>
                    </a:p>
                    <a:p>
                      <a:pPr algn="just" eaLnBrk="1" hangingPunct="1" lvl="0"/>
                      <a:r>
                        <a:rPr altLang="en-US" b="0" sz="1500" lang="en-US">
                          <a:solidFill>
                            <a:srgbClr val="000000"/>
                          </a:solidFill>
                        </a:rPr>
                        <a:t>The key enzyme involved in lipid digestion is pancreatic lipase</a:t>
                      </a:r>
                    </a:p>
                  </a:txBody>
                  <a:tcPr marL="91438" marR="91438" marT="45720" marB="45720" anchor="t" vert="horz">
                    <a:lnL w="12700" cap="flat" cmpd="sng">
                      <a:solidFill>
                        <a:schemeClr val="lt1">
                          <a:alpha val="100000"/>
                        </a:schemeClr>
                      </a:solidFill>
                      <a:prstDash val="solid"/>
                      <a:round/>
                    </a:lnL>
                    <a:lnR w="12700" cap="flat" cmpd="sng">
                      <a:solidFill>
                        <a:schemeClr val="lt1">
                          <a:alpha val="100000"/>
                        </a:schemeClr>
                      </a:solidFill>
                      <a:prstDash val="solid"/>
                      <a:round/>
                    </a:lnR>
                    <a:lnT w="12700" cap="flat" cmpd="sng">
                      <a:solidFill>
                        <a:schemeClr val="lt1">
                          <a:alpha val="100000"/>
                        </a:schemeClr>
                      </a:solidFill>
                      <a:prstDash val="solid"/>
                      <a:round/>
                    </a:lnT>
                    <a:lnB w="12700" cap="flat" cmpd="sng">
                      <a:solidFill>
                        <a:schemeClr val="lt1">
                          <a:alpha val="100000"/>
                        </a:schemeClr>
                      </a:solidFill>
                      <a:prstDash val="solid"/>
                      <a:round/>
                    </a:lnB>
                    <a:solidFill>
                      <a:srgbClr val="E7F3F4"/>
                    </a:solidFill>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1">
  <p:cSld>
    <p:spTree>
      <p:nvGrpSpPr>
        <p:cNvPr id="84" name=""/>
        <p:cNvGrpSpPr/>
        <p:nvPr/>
      </p:nvGrpSpPr>
      <p:grpSpPr>
        <a:xfrm rot="0">
          <a:off x="0" y="0"/>
          <a:ext cx="0" cy="0"/>
          <a:chOff x="0" y="0"/>
          <a:chExt cx="0" cy="0"/>
        </a:xfrm>
      </p:grpSpPr>
      <p:sp>
        <p:nvSpPr>
          <p:cNvPr id="1048681" name="Title 1"/>
          <p:cNvSpPr/>
          <p:nvPr>
            <p:ph type="title" sz="full" idx="0"/>
          </p:nvPr>
        </p:nvSpPr>
        <p:spPr>
          <a:xfrm rot="0">
            <a:off x="457200" y="274637"/>
            <a:ext cx="8229600" cy="1143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Arial" pitchFamily="0" charset="0"/>
                <a:ea typeface="Arial" pitchFamily="0" charset="0"/>
                <a:sym typeface="Arial" pitchFamily="0" charset="0"/>
              </a:defRPr>
            </a:lvl1pPr>
          </a:lstStyle>
          <a:p>
            <a:pPr lvl="0"/>
            <a:r>
              <a:rPr altLang="en-US" b="1" lang="en-US">
                <a:solidFill>
                  <a:srgbClr val="00B050"/>
                </a:solidFill>
              </a:rPr>
              <a:t>ABSORPTION</a:t>
            </a:r>
          </a:p>
        </p:txBody>
      </p:sp>
      <p:sp>
        <p:nvSpPr>
          <p:cNvPr id="1048682" name="Content Placeholder 2"/>
          <p:cNvSpPr/>
          <p:nvPr>
            <p:ph sz="full" idx="1"/>
          </p:nvPr>
        </p:nvSpPr>
        <p:spPr>
          <a:xfrm rot="0">
            <a:off x="457200" y="1600200"/>
            <a:ext cx="8229600" cy="4525962"/>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Arial" pitchFamily="0" charset="0"/>
                <a:ea typeface="Arial" pitchFamily="0" charset="0"/>
                <a:sym typeface="Arial" pitchFamily="0"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Arial" pitchFamily="0" charset="0"/>
                <a:ea typeface="Arial" pitchFamily="0" charset="0"/>
                <a:sym typeface="Arial" pitchFamily="0"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Arial" pitchFamily="0" charset="0"/>
                <a:ea typeface="Arial" pitchFamily="0" charset="0"/>
                <a:sym typeface="Arial" pitchFamily="0"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5pPr>
          </a:lstStyle>
          <a:p>
            <a:pPr lvl="0"/>
            <a:r>
              <a:rPr altLang="en-US" lang="en-US"/>
              <a:t>After the digestion of food is complete the nutrients are ready for absorption, the end products of digestion are:</a:t>
            </a:r>
          </a:p>
          <a:p>
            <a:pPr lvl="1"/>
            <a:r>
              <a:rPr altLang="en-US" lang="en-US"/>
              <a:t>Monosaccharides (from carbohydrate, starch and disaccharides)</a:t>
            </a:r>
          </a:p>
          <a:p>
            <a:pPr lvl="1"/>
            <a:r>
              <a:rPr altLang="en-US" lang="en-US"/>
              <a:t>Monoglycerides, fatty acids, glycerol (from lipids)</a:t>
            </a:r>
          </a:p>
          <a:p>
            <a:pPr lvl="1"/>
            <a:r>
              <a:rPr altLang="en-US" lang="en-US"/>
              <a:t>Dipeptides and amino acids (from proteins)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1">
  <p:cSld>
    <p:spTree>
      <p:nvGrpSpPr>
        <p:cNvPr id="85" name=""/>
        <p:cNvGrpSpPr/>
        <p:nvPr/>
      </p:nvGrpSpPr>
      <p:grpSpPr>
        <a:xfrm rot="0">
          <a:off x="0" y="0"/>
          <a:ext cx="0" cy="0"/>
          <a:chOff x="0" y="0"/>
          <a:chExt cx="0" cy="0"/>
        </a:xfrm>
      </p:grpSpPr>
      <p:sp>
        <p:nvSpPr>
          <p:cNvPr id="1048683" name="Title 1"/>
          <p:cNvSpPr/>
          <p:nvPr>
            <p:ph type="title" sz="full" idx="0"/>
          </p:nvPr>
        </p:nvSpPr>
        <p:spPr>
          <a:xfrm rot="0">
            <a:off x="457200" y="274637"/>
            <a:ext cx="8229600" cy="561975"/>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Arial" pitchFamily="0" charset="0"/>
                <a:ea typeface="Arial" pitchFamily="0" charset="0"/>
                <a:sym typeface="Arial" pitchFamily="0" charset="0"/>
              </a:defRPr>
            </a:lvl1pPr>
          </a:lstStyle>
          <a:p>
            <a:pPr lvl="0"/>
            <a:r>
              <a:rPr altLang="en-US" b="1" lang="en-US">
                <a:solidFill>
                  <a:srgbClr val="00B050"/>
                </a:solidFill>
              </a:rPr>
              <a:t>Sites of absorption of food</a:t>
            </a:r>
          </a:p>
        </p:txBody>
      </p:sp>
      <p:graphicFrame>
        <p:nvGraphicFramePr>
          <p:cNvPr id="4194306" name=""/>
          <p:cNvGraphicFramePr>
            <a:graphicFrameLocks/>
          </p:cNvGraphicFramePr>
          <p:nvPr/>
        </p:nvGraphicFramePr>
        <p:xfrm rot="0">
          <a:off x="323850" y="908050"/>
          <a:ext cx="8424862" cy="5903912"/>
        </p:xfrm>
        <a:graphic>
          <a:graphicData uri="http://schemas.openxmlformats.org/drawingml/2006/table">
            <a:tbl>
              <a:tblPr/>
              <a:tblGrid>
                <a:gridCol w="4213224"/>
                <a:gridCol w="4211637"/>
              </a:tblGrid>
              <a:tr h="534987">
                <a:tc>
                  <a:txBody>
                    <a:bodyPr/>
                    <a:p>
                      <a:pPr algn="l" eaLnBrk="1" hangingPunct="1" lvl="0"/>
                      <a:r>
                        <a:rPr altLang="en-US" b="1" sz="2500" lang="en-US">
                          <a:solidFill>
                            <a:srgbClr val="FFFFFF"/>
                          </a:solidFill>
                        </a:rPr>
                        <a:t>Materials absorbed</a:t>
                      </a:r>
                    </a:p>
                  </a:txBody>
                  <a:tcPr marL="91439" marR="91439" marT="45723" marB="45723" anchor="t" vert="horz">
                    <a:lnL w="12700" cap="flat" cmpd="sng">
                      <a:solidFill>
                        <a:schemeClr val="lt1">
                          <a:alpha val="100000"/>
                        </a:schemeClr>
                      </a:solidFill>
                      <a:prstDash val="solid"/>
                      <a:round/>
                    </a:lnL>
                    <a:lnR w="12700" cap="flat" cmpd="sng">
                      <a:solidFill>
                        <a:schemeClr val="lt1">
                          <a:alpha val="100000"/>
                        </a:schemeClr>
                      </a:solidFill>
                      <a:prstDash val="solid"/>
                      <a:round/>
                    </a:lnR>
                    <a:lnT w="12700" cap="flat" cmpd="sng">
                      <a:solidFill>
                        <a:schemeClr val="lt1">
                          <a:alpha val="100000"/>
                        </a:schemeClr>
                      </a:solidFill>
                      <a:prstDash val="solid"/>
                      <a:round/>
                    </a:lnT>
                    <a:lnB w="38100" cap="flat" cmpd="sng">
                      <a:solidFill>
                        <a:schemeClr val="lt1">
                          <a:alpha val="100000"/>
                        </a:schemeClr>
                      </a:solidFill>
                      <a:prstDash val="solid"/>
                      <a:round/>
                    </a:lnB>
                    <a:solidFill>
                      <a:srgbClr val="2D2D8A"/>
                    </a:solidFill>
                  </a:tcPr>
                </a:tc>
                <a:tc>
                  <a:txBody>
                    <a:bodyPr/>
                    <a:p>
                      <a:pPr algn="l" eaLnBrk="1" hangingPunct="1" lvl="0"/>
                      <a:r>
                        <a:rPr altLang="en-US" b="1" sz="2500" lang="en-US">
                          <a:solidFill>
                            <a:srgbClr val="FFFFFF"/>
                          </a:solidFill>
                        </a:rPr>
                        <a:t>Sites of absorption</a:t>
                      </a:r>
                    </a:p>
                  </a:txBody>
                  <a:tcPr marL="91439" marR="91439" marT="45723" marB="45723" anchor="t" vert="horz">
                    <a:lnL w="12700" cap="flat" cmpd="sng">
                      <a:solidFill>
                        <a:schemeClr val="lt1">
                          <a:alpha val="100000"/>
                        </a:schemeClr>
                      </a:solidFill>
                      <a:prstDash val="solid"/>
                      <a:round/>
                    </a:lnL>
                    <a:lnR w="12700" cap="flat" cmpd="sng">
                      <a:solidFill>
                        <a:schemeClr val="lt1">
                          <a:alpha val="100000"/>
                        </a:schemeClr>
                      </a:solidFill>
                      <a:prstDash val="solid"/>
                      <a:round/>
                    </a:lnR>
                    <a:lnT w="12700" cap="flat" cmpd="sng">
                      <a:solidFill>
                        <a:schemeClr val="lt1">
                          <a:alpha val="100000"/>
                        </a:schemeClr>
                      </a:solidFill>
                      <a:prstDash val="solid"/>
                      <a:round/>
                    </a:lnT>
                    <a:lnB w="38100" cap="flat" cmpd="sng">
                      <a:solidFill>
                        <a:schemeClr val="lt1">
                          <a:alpha val="100000"/>
                        </a:schemeClr>
                      </a:solidFill>
                      <a:prstDash val="solid"/>
                      <a:round/>
                    </a:lnB>
                    <a:solidFill>
                      <a:srgbClr val="2D2D8A"/>
                    </a:solidFill>
                  </a:tcPr>
                </a:tc>
              </a:tr>
              <a:tr h="534987">
                <a:tc>
                  <a:txBody>
                    <a:bodyPr/>
                    <a:p>
                      <a:pPr algn="l" eaLnBrk="1" hangingPunct="1" lvl="0"/>
                      <a:r>
                        <a:rPr altLang="en-US" b="0" sz="2500" lang="en-US">
                          <a:solidFill>
                            <a:srgbClr val="000000"/>
                          </a:solidFill>
                        </a:rPr>
                        <a:t>Amino acids, dipeptides</a:t>
                      </a:r>
                    </a:p>
                  </a:txBody>
                  <a:tcPr marL="91439" marR="91439" marT="45723" marB="45723" anchor="t" vert="horz">
                    <a:lnL w="12700" cap="flat" cmpd="sng">
                      <a:solidFill>
                        <a:schemeClr val="lt1">
                          <a:alpha val="100000"/>
                        </a:schemeClr>
                      </a:solidFill>
                      <a:prstDash val="solid"/>
                      <a:round/>
                    </a:lnL>
                    <a:lnR w="12700" cap="flat" cmpd="sng">
                      <a:solidFill>
                        <a:schemeClr val="lt1">
                          <a:alpha val="100000"/>
                        </a:schemeClr>
                      </a:solidFill>
                      <a:prstDash val="solid"/>
                      <a:round/>
                    </a:lnR>
                    <a:lnT w="38100" cap="flat" cmpd="sng">
                      <a:solidFill>
                        <a:schemeClr val="lt1">
                          <a:alpha val="100000"/>
                        </a:schemeClr>
                      </a:solidFill>
                      <a:prstDash val="solid"/>
                      <a:round/>
                    </a:lnT>
                    <a:lnB w="12700" cap="flat" cmpd="sng">
                      <a:solidFill>
                        <a:schemeClr val="lt1">
                          <a:alpha val="100000"/>
                        </a:schemeClr>
                      </a:solidFill>
                      <a:prstDash val="solid"/>
                      <a:round/>
                    </a:lnB>
                    <a:solidFill>
                      <a:srgbClr val="CDCDDA"/>
                    </a:solidFill>
                  </a:tcPr>
                </a:tc>
                <a:tc>
                  <a:txBody>
                    <a:bodyPr/>
                    <a:p>
                      <a:pPr algn="l" eaLnBrk="1" hangingPunct="1" lvl="0"/>
                      <a:r>
                        <a:rPr altLang="en-US" b="0" sz="2500" lang="en-US">
                          <a:solidFill>
                            <a:srgbClr val="000000"/>
                          </a:solidFill>
                        </a:rPr>
                        <a:t>Small intestine</a:t>
                      </a:r>
                    </a:p>
                  </a:txBody>
                  <a:tcPr marL="91439" marR="91439" marT="45723" marB="45723" anchor="t" vert="horz">
                    <a:lnL w="12700" cap="flat" cmpd="sng">
                      <a:solidFill>
                        <a:schemeClr val="lt1">
                          <a:alpha val="100000"/>
                        </a:schemeClr>
                      </a:solidFill>
                      <a:prstDash val="solid"/>
                      <a:round/>
                    </a:lnL>
                    <a:lnR w="12700" cap="flat" cmpd="sng">
                      <a:solidFill>
                        <a:schemeClr val="lt1">
                          <a:alpha val="100000"/>
                        </a:schemeClr>
                      </a:solidFill>
                      <a:prstDash val="solid"/>
                      <a:round/>
                    </a:lnR>
                    <a:lnT w="38100" cap="flat" cmpd="sng">
                      <a:solidFill>
                        <a:schemeClr val="lt1">
                          <a:alpha val="100000"/>
                        </a:schemeClr>
                      </a:solidFill>
                      <a:prstDash val="solid"/>
                      <a:round/>
                    </a:lnT>
                    <a:lnB w="12700" cap="flat" cmpd="sng">
                      <a:solidFill>
                        <a:schemeClr val="lt1">
                          <a:alpha val="100000"/>
                        </a:schemeClr>
                      </a:solidFill>
                      <a:prstDash val="solid"/>
                      <a:round/>
                    </a:lnB>
                    <a:solidFill>
                      <a:srgbClr val="CDCDDA"/>
                    </a:solidFill>
                  </a:tcPr>
                </a:tc>
              </a:tr>
              <a:tr h="534987">
                <a:tc>
                  <a:txBody>
                    <a:bodyPr/>
                    <a:p>
                      <a:pPr algn="l" eaLnBrk="1" hangingPunct="1" lvl="0"/>
                      <a:r>
                        <a:rPr altLang="en-US" b="0" sz="2500" lang="en-US">
                          <a:solidFill>
                            <a:srgbClr val="000000"/>
                          </a:solidFill>
                        </a:rPr>
                        <a:t>Sugars</a:t>
                      </a:r>
                    </a:p>
                  </a:txBody>
                  <a:tcPr marL="91439" marR="91439" marT="45723" marB="45723" anchor="t" vert="horz">
                    <a:lnL w="12700" cap="flat" cmpd="sng">
                      <a:solidFill>
                        <a:schemeClr val="lt1">
                          <a:alpha val="100000"/>
                        </a:schemeClr>
                      </a:solidFill>
                      <a:prstDash val="solid"/>
                      <a:round/>
                    </a:lnL>
                    <a:lnR w="12700" cap="flat" cmpd="sng">
                      <a:solidFill>
                        <a:schemeClr val="lt1">
                          <a:alpha val="100000"/>
                        </a:schemeClr>
                      </a:solidFill>
                      <a:prstDash val="solid"/>
                      <a:round/>
                    </a:lnR>
                    <a:lnT w="12700" cap="flat" cmpd="sng">
                      <a:solidFill>
                        <a:schemeClr val="lt1">
                          <a:alpha val="100000"/>
                        </a:schemeClr>
                      </a:solidFill>
                      <a:prstDash val="solid"/>
                      <a:round/>
                    </a:lnT>
                    <a:lnB w="12700" cap="flat" cmpd="sng">
                      <a:solidFill>
                        <a:schemeClr val="lt1">
                          <a:alpha val="100000"/>
                        </a:schemeClr>
                      </a:solidFill>
                      <a:prstDash val="solid"/>
                      <a:round/>
                    </a:lnB>
                    <a:solidFill>
                      <a:srgbClr val="E8E8ED"/>
                    </a:solidFill>
                  </a:tcPr>
                </a:tc>
                <a:tc>
                  <a:txBody>
                    <a:bodyPr/>
                    <a:p>
                      <a:pPr algn="l" eaLnBrk="1" hangingPunct="1" lvl="0"/>
                      <a:r>
                        <a:rPr altLang="en-US" b="0" sz="2500" lang="en-US">
                          <a:solidFill>
                            <a:srgbClr val="000000"/>
                          </a:solidFill>
                        </a:rPr>
                        <a:t>Small intestine</a:t>
                      </a:r>
                    </a:p>
                  </a:txBody>
                  <a:tcPr marL="91439" marR="91439" marT="45723" marB="45723" anchor="t" vert="horz">
                    <a:lnL w="12700" cap="flat" cmpd="sng">
                      <a:solidFill>
                        <a:schemeClr val="lt1">
                          <a:alpha val="100000"/>
                        </a:schemeClr>
                      </a:solidFill>
                      <a:prstDash val="solid"/>
                      <a:round/>
                    </a:lnL>
                    <a:lnR w="12700" cap="flat" cmpd="sng">
                      <a:solidFill>
                        <a:schemeClr val="lt1">
                          <a:alpha val="100000"/>
                        </a:schemeClr>
                      </a:solidFill>
                      <a:prstDash val="solid"/>
                      <a:round/>
                    </a:lnR>
                    <a:lnT w="12700" cap="flat" cmpd="sng">
                      <a:solidFill>
                        <a:schemeClr val="lt1">
                          <a:alpha val="100000"/>
                        </a:schemeClr>
                      </a:solidFill>
                      <a:prstDash val="solid"/>
                      <a:round/>
                    </a:lnT>
                    <a:lnB w="12700" cap="flat" cmpd="sng">
                      <a:solidFill>
                        <a:schemeClr val="lt1">
                          <a:alpha val="100000"/>
                        </a:schemeClr>
                      </a:solidFill>
                      <a:prstDash val="solid"/>
                      <a:round/>
                    </a:lnB>
                    <a:solidFill>
                      <a:srgbClr val="E8E8ED"/>
                    </a:solidFill>
                  </a:tcPr>
                </a:tc>
              </a:tr>
              <a:tr h="966787">
                <a:tc>
                  <a:txBody>
                    <a:bodyPr/>
                    <a:p>
                      <a:pPr algn="l" eaLnBrk="1" hangingPunct="1" lvl="0"/>
                      <a:r>
                        <a:rPr altLang="en-US" b="0" sz="2500" lang="en-US">
                          <a:solidFill>
                            <a:srgbClr val="000000"/>
                          </a:solidFill>
                        </a:rPr>
                        <a:t>Glycerol, glycerides, fatty acids</a:t>
                      </a:r>
                    </a:p>
                  </a:txBody>
                  <a:tcPr marL="91439" marR="91439" marT="45723" marB="45723" anchor="t" vert="horz">
                    <a:lnL w="12700" cap="flat" cmpd="sng">
                      <a:solidFill>
                        <a:schemeClr val="lt1">
                          <a:alpha val="100000"/>
                        </a:schemeClr>
                      </a:solidFill>
                      <a:prstDash val="solid"/>
                      <a:round/>
                    </a:lnL>
                    <a:lnR w="12700" cap="flat" cmpd="sng">
                      <a:solidFill>
                        <a:schemeClr val="lt1">
                          <a:alpha val="100000"/>
                        </a:schemeClr>
                      </a:solidFill>
                      <a:prstDash val="solid"/>
                      <a:round/>
                    </a:lnR>
                    <a:lnT w="12700" cap="flat" cmpd="sng">
                      <a:solidFill>
                        <a:schemeClr val="lt1">
                          <a:alpha val="100000"/>
                        </a:schemeClr>
                      </a:solidFill>
                      <a:prstDash val="solid"/>
                      <a:round/>
                    </a:lnT>
                    <a:lnB w="12700" cap="flat" cmpd="sng">
                      <a:solidFill>
                        <a:schemeClr val="lt1">
                          <a:alpha val="100000"/>
                        </a:schemeClr>
                      </a:solidFill>
                      <a:prstDash val="solid"/>
                      <a:round/>
                    </a:lnB>
                    <a:solidFill>
                      <a:srgbClr val="CDCDDA"/>
                    </a:solidFill>
                  </a:tcPr>
                </a:tc>
                <a:tc>
                  <a:txBody>
                    <a:bodyPr/>
                    <a:p>
                      <a:pPr algn="l" eaLnBrk="1" hangingPunct="1" lvl="0"/>
                      <a:r>
                        <a:rPr altLang="en-US" b="0" sz="2500" lang="en-US">
                          <a:solidFill>
                            <a:srgbClr val="000000"/>
                          </a:solidFill>
                        </a:rPr>
                        <a:t>Small intestine</a:t>
                      </a:r>
                    </a:p>
                  </a:txBody>
                  <a:tcPr marL="91439" marR="91439" marT="45723" marB="45723" anchor="t" vert="horz">
                    <a:lnL w="12700" cap="flat" cmpd="sng">
                      <a:solidFill>
                        <a:schemeClr val="lt1">
                          <a:alpha val="100000"/>
                        </a:schemeClr>
                      </a:solidFill>
                      <a:prstDash val="solid"/>
                      <a:round/>
                    </a:lnL>
                    <a:lnR w="12700" cap="flat" cmpd="sng">
                      <a:solidFill>
                        <a:schemeClr val="lt1">
                          <a:alpha val="100000"/>
                        </a:schemeClr>
                      </a:solidFill>
                      <a:prstDash val="solid"/>
                      <a:round/>
                    </a:lnR>
                    <a:lnT w="12700" cap="flat" cmpd="sng">
                      <a:solidFill>
                        <a:schemeClr val="lt1">
                          <a:alpha val="100000"/>
                        </a:schemeClr>
                      </a:solidFill>
                      <a:prstDash val="solid"/>
                      <a:round/>
                    </a:lnT>
                    <a:lnB w="12700" cap="flat" cmpd="sng">
                      <a:solidFill>
                        <a:schemeClr val="lt1">
                          <a:alpha val="100000"/>
                        </a:schemeClr>
                      </a:solidFill>
                      <a:prstDash val="solid"/>
                      <a:round/>
                    </a:lnB>
                    <a:solidFill>
                      <a:srgbClr val="CDCDDA"/>
                    </a:solidFill>
                  </a:tcPr>
                </a:tc>
              </a:tr>
              <a:tr h="966787">
                <a:tc>
                  <a:txBody>
                    <a:bodyPr/>
                    <a:p>
                      <a:pPr algn="l" eaLnBrk="1" hangingPunct="1" lvl="0"/>
                      <a:r>
                        <a:rPr altLang="en-US" b="0" sz="2500" lang="en-US">
                          <a:solidFill>
                            <a:srgbClr val="000000"/>
                          </a:solidFill>
                        </a:rPr>
                        <a:t>Vitamins</a:t>
                      </a:r>
                    </a:p>
                  </a:txBody>
                  <a:tcPr marL="91439" marR="91439" marT="45723" marB="45723" anchor="t" vert="horz">
                    <a:lnL w="12700" cap="flat" cmpd="sng">
                      <a:solidFill>
                        <a:schemeClr val="lt1">
                          <a:alpha val="100000"/>
                        </a:schemeClr>
                      </a:solidFill>
                      <a:prstDash val="solid"/>
                      <a:round/>
                    </a:lnL>
                    <a:lnR w="12700" cap="flat" cmpd="sng">
                      <a:solidFill>
                        <a:schemeClr val="lt1">
                          <a:alpha val="100000"/>
                        </a:schemeClr>
                      </a:solidFill>
                      <a:prstDash val="solid"/>
                      <a:round/>
                    </a:lnR>
                    <a:lnT w="12700" cap="flat" cmpd="sng">
                      <a:solidFill>
                        <a:schemeClr val="lt1">
                          <a:alpha val="100000"/>
                        </a:schemeClr>
                      </a:solidFill>
                      <a:prstDash val="solid"/>
                      <a:round/>
                    </a:lnT>
                    <a:lnB w="12700" cap="flat" cmpd="sng">
                      <a:solidFill>
                        <a:schemeClr val="lt1">
                          <a:alpha val="100000"/>
                        </a:schemeClr>
                      </a:solidFill>
                      <a:prstDash val="solid"/>
                      <a:round/>
                    </a:lnB>
                    <a:solidFill>
                      <a:srgbClr val="E8E8ED"/>
                    </a:solidFill>
                  </a:tcPr>
                </a:tc>
                <a:tc>
                  <a:txBody>
                    <a:bodyPr/>
                    <a:p>
                      <a:pPr algn="l" eaLnBrk="1" hangingPunct="1" lvl="0"/>
                      <a:r>
                        <a:rPr altLang="en-US" b="0" sz="2500" lang="en-US">
                          <a:solidFill>
                            <a:srgbClr val="000000"/>
                          </a:solidFill>
                        </a:rPr>
                        <a:t>Stomach and small intestine</a:t>
                      </a:r>
                    </a:p>
                  </a:txBody>
                  <a:tcPr marL="91439" marR="91439" marT="45723" marB="45723" anchor="t" vert="horz">
                    <a:lnL w="12700" cap="flat" cmpd="sng">
                      <a:solidFill>
                        <a:schemeClr val="lt1">
                          <a:alpha val="100000"/>
                        </a:schemeClr>
                      </a:solidFill>
                      <a:prstDash val="solid"/>
                      <a:round/>
                    </a:lnL>
                    <a:lnR w="12700" cap="flat" cmpd="sng">
                      <a:solidFill>
                        <a:schemeClr val="lt1">
                          <a:alpha val="100000"/>
                        </a:schemeClr>
                      </a:solidFill>
                      <a:prstDash val="solid"/>
                      <a:round/>
                    </a:lnR>
                    <a:lnT w="12700" cap="flat" cmpd="sng">
                      <a:solidFill>
                        <a:schemeClr val="lt1">
                          <a:alpha val="100000"/>
                        </a:schemeClr>
                      </a:solidFill>
                      <a:prstDash val="solid"/>
                      <a:round/>
                    </a:lnT>
                    <a:lnB w="12700" cap="flat" cmpd="sng">
                      <a:solidFill>
                        <a:schemeClr val="lt1">
                          <a:alpha val="100000"/>
                        </a:schemeClr>
                      </a:solidFill>
                      <a:prstDash val="solid"/>
                      <a:round/>
                    </a:lnB>
                    <a:solidFill>
                      <a:srgbClr val="E8E8ED"/>
                    </a:solidFill>
                  </a:tcPr>
                </a:tc>
              </a:tr>
              <a:tr h="966787">
                <a:tc>
                  <a:txBody>
                    <a:bodyPr/>
                    <a:p>
                      <a:pPr algn="l" eaLnBrk="1" hangingPunct="1" lvl="0"/>
                      <a:r>
                        <a:rPr altLang="en-US" b="0" sz="2500" lang="en-US">
                          <a:solidFill>
                            <a:srgbClr val="000000"/>
                          </a:solidFill>
                        </a:rPr>
                        <a:t>Inorganic acids</a:t>
                      </a:r>
                    </a:p>
                  </a:txBody>
                  <a:tcPr marL="91439" marR="91439" marT="45723" marB="45723" anchor="t" vert="horz">
                    <a:lnL w="12700" cap="flat" cmpd="sng">
                      <a:solidFill>
                        <a:schemeClr val="lt1">
                          <a:alpha val="100000"/>
                        </a:schemeClr>
                      </a:solidFill>
                      <a:prstDash val="solid"/>
                      <a:round/>
                    </a:lnL>
                    <a:lnR w="12700" cap="flat" cmpd="sng">
                      <a:solidFill>
                        <a:schemeClr val="lt1">
                          <a:alpha val="100000"/>
                        </a:schemeClr>
                      </a:solidFill>
                      <a:prstDash val="solid"/>
                      <a:round/>
                    </a:lnR>
                    <a:lnT w="12700" cap="flat" cmpd="sng">
                      <a:solidFill>
                        <a:schemeClr val="lt1">
                          <a:alpha val="100000"/>
                        </a:schemeClr>
                      </a:solidFill>
                      <a:prstDash val="solid"/>
                      <a:round/>
                    </a:lnT>
                    <a:lnB w="12700" cap="flat" cmpd="sng">
                      <a:solidFill>
                        <a:schemeClr val="lt1">
                          <a:alpha val="100000"/>
                        </a:schemeClr>
                      </a:solidFill>
                      <a:prstDash val="solid"/>
                      <a:round/>
                    </a:lnB>
                    <a:solidFill>
                      <a:srgbClr val="CDCDDA"/>
                    </a:solidFill>
                  </a:tcPr>
                </a:tc>
                <a:tc>
                  <a:txBody>
                    <a:bodyPr/>
                    <a:p>
                      <a:pPr algn="l" eaLnBrk="1" hangingPunct="1" lvl="0"/>
                      <a:r>
                        <a:rPr altLang="en-US" b="0" sz="2500" lang="en-US">
                          <a:solidFill>
                            <a:srgbClr val="000000"/>
                          </a:solidFill>
                        </a:rPr>
                        <a:t>Stomach and small intestine</a:t>
                      </a:r>
                    </a:p>
                  </a:txBody>
                  <a:tcPr marL="91439" marR="91439" marT="45723" marB="45723" anchor="t" vert="horz">
                    <a:lnL w="12700" cap="flat" cmpd="sng">
                      <a:solidFill>
                        <a:schemeClr val="lt1">
                          <a:alpha val="100000"/>
                        </a:schemeClr>
                      </a:solidFill>
                      <a:prstDash val="solid"/>
                      <a:round/>
                    </a:lnL>
                    <a:lnR w="12700" cap="flat" cmpd="sng">
                      <a:solidFill>
                        <a:schemeClr val="lt1">
                          <a:alpha val="100000"/>
                        </a:schemeClr>
                      </a:solidFill>
                      <a:prstDash val="solid"/>
                      <a:round/>
                    </a:lnR>
                    <a:lnT w="12700" cap="flat" cmpd="sng">
                      <a:solidFill>
                        <a:schemeClr val="lt1">
                          <a:alpha val="100000"/>
                        </a:schemeClr>
                      </a:solidFill>
                      <a:prstDash val="solid"/>
                      <a:round/>
                    </a:lnT>
                    <a:lnB w="12700" cap="flat" cmpd="sng">
                      <a:solidFill>
                        <a:schemeClr val="lt1">
                          <a:alpha val="100000"/>
                        </a:schemeClr>
                      </a:solidFill>
                      <a:prstDash val="solid"/>
                      <a:round/>
                    </a:lnB>
                    <a:solidFill>
                      <a:srgbClr val="CDCDDA"/>
                    </a:solidFill>
                  </a:tcPr>
                </a:tc>
              </a:tr>
              <a:tr h="1398587">
                <a:tc>
                  <a:txBody>
                    <a:bodyPr/>
                    <a:p>
                      <a:pPr algn="l" eaLnBrk="1" hangingPunct="1" lvl="0"/>
                      <a:r>
                        <a:rPr altLang="en-US" b="0" sz="2500" lang="en-US">
                          <a:solidFill>
                            <a:srgbClr val="000000"/>
                          </a:solidFill>
                        </a:rPr>
                        <a:t>Water</a:t>
                      </a:r>
                    </a:p>
                  </a:txBody>
                  <a:tcPr marL="91439" marR="91439" marT="45723" marB="45723" anchor="t" vert="horz">
                    <a:lnL w="12700" cap="flat" cmpd="sng">
                      <a:solidFill>
                        <a:schemeClr val="lt1">
                          <a:alpha val="100000"/>
                        </a:schemeClr>
                      </a:solidFill>
                      <a:prstDash val="solid"/>
                      <a:round/>
                    </a:lnL>
                    <a:lnR w="12700" cap="flat" cmpd="sng">
                      <a:solidFill>
                        <a:schemeClr val="lt1">
                          <a:alpha val="100000"/>
                        </a:schemeClr>
                      </a:solidFill>
                      <a:prstDash val="solid"/>
                      <a:round/>
                    </a:lnR>
                    <a:lnT w="12700" cap="flat" cmpd="sng">
                      <a:solidFill>
                        <a:schemeClr val="lt1">
                          <a:alpha val="100000"/>
                        </a:schemeClr>
                      </a:solidFill>
                      <a:prstDash val="solid"/>
                      <a:round/>
                    </a:lnT>
                    <a:lnB w="12700" cap="flat" cmpd="sng">
                      <a:solidFill>
                        <a:schemeClr val="lt1">
                          <a:alpha val="100000"/>
                        </a:schemeClr>
                      </a:solidFill>
                      <a:prstDash val="solid"/>
                      <a:round/>
                    </a:lnB>
                    <a:solidFill>
                      <a:srgbClr val="E8E8ED"/>
                    </a:solidFill>
                  </a:tcPr>
                </a:tc>
                <a:tc>
                  <a:txBody>
                    <a:bodyPr/>
                    <a:p>
                      <a:pPr algn="l" eaLnBrk="1" hangingPunct="1" lvl="0"/>
                      <a:r>
                        <a:rPr altLang="en-US" b="0" sz="2500" lang="en-US">
                          <a:solidFill>
                            <a:srgbClr val="000000"/>
                          </a:solidFill>
                        </a:rPr>
                        <a:t>Entire gastrointestinal tract, especially the large and small intestine</a:t>
                      </a:r>
                    </a:p>
                  </a:txBody>
                  <a:tcPr marL="91439" marR="91439" marT="45723" marB="45723" anchor="t" vert="horz">
                    <a:lnL w="12700" cap="flat" cmpd="sng">
                      <a:solidFill>
                        <a:schemeClr val="lt1">
                          <a:alpha val="100000"/>
                        </a:schemeClr>
                      </a:solidFill>
                      <a:prstDash val="solid"/>
                      <a:round/>
                    </a:lnL>
                    <a:lnR w="12700" cap="flat" cmpd="sng">
                      <a:solidFill>
                        <a:schemeClr val="lt1">
                          <a:alpha val="100000"/>
                        </a:schemeClr>
                      </a:solidFill>
                      <a:prstDash val="solid"/>
                      <a:round/>
                    </a:lnR>
                    <a:lnT w="12700" cap="flat" cmpd="sng">
                      <a:solidFill>
                        <a:schemeClr val="lt1">
                          <a:alpha val="100000"/>
                        </a:schemeClr>
                      </a:solidFill>
                      <a:prstDash val="solid"/>
                      <a:round/>
                    </a:lnT>
                    <a:lnB w="12700" cap="flat" cmpd="sng">
                      <a:solidFill>
                        <a:schemeClr val="lt1">
                          <a:alpha val="100000"/>
                        </a:schemeClr>
                      </a:solidFill>
                      <a:prstDash val="solid"/>
                      <a:round/>
                    </a:lnB>
                    <a:solidFill>
                      <a:srgbClr val="E8E8ED"/>
                    </a:solid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1">
  <p:cSld>
    <p:spTree>
      <p:nvGrpSpPr>
        <p:cNvPr id="87" name=""/>
        <p:cNvGrpSpPr/>
        <p:nvPr/>
      </p:nvGrpSpPr>
      <p:grpSpPr>
        <a:xfrm rot="0">
          <a:off x="0" y="0"/>
          <a:ext cx="0" cy="0"/>
          <a:chOff x="0" y="0"/>
          <a:chExt cx="0" cy="0"/>
        </a:xfrm>
      </p:grpSpPr>
      <p:sp>
        <p:nvSpPr>
          <p:cNvPr id="1048709" name="Title 1"/>
          <p:cNvSpPr/>
          <p:nvPr>
            <p:ph type="title" sz="full" idx="0"/>
          </p:nvPr>
        </p:nvSpPr>
        <p:spPr>
          <a:xfrm rot="0">
            <a:off x="457200" y="274637"/>
            <a:ext cx="8229600" cy="561975"/>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Arial" pitchFamily="0" charset="0"/>
                <a:ea typeface="Arial" pitchFamily="0" charset="0"/>
                <a:sym typeface="Arial" pitchFamily="0" charset="0"/>
              </a:defRPr>
            </a:lvl1pPr>
          </a:lstStyle>
          <a:p>
            <a:pPr lvl="0"/>
            <a:r>
              <a:rPr altLang="en-US" b="1" lang="en-US">
                <a:solidFill>
                  <a:srgbClr val="00B050"/>
                </a:solidFill>
              </a:rPr>
              <a:t>Mechanisms for absorption</a:t>
            </a:r>
          </a:p>
        </p:txBody>
      </p:sp>
      <p:sp>
        <p:nvSpPr>
          <p:cNvPr id="1048710" name="Content Placeholder 2"/>
          <p:cNvSpPr/>
          <p:nvPr>
            <p:ph sz="full" idx="1"/>
          </p:nvPr>
        </p:nvSpPr>
        <p:spPr>
          <a:xfrm rot="0">
            <a:off x="323850" y="908050"/>
            <a:ext cx="8424862" cy="54737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Arial" pitchFamily="0" charset="0"/>
                <a:ea typeface="Arial" pitchFamily="0" charset="0"/>
                <a:sym typeface="Arial" pitchFamily="0"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Arial" pitchFamily="0" charset="0"/>
                <a:ea typeface="Arial" pitchFamily="0" charset="0"/>
                <a:sym typeface="Arial" pitchFamily="0"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Arial" pitchFamily="0" charset="0"/>
                <a:ea typeface="Arial" pitchFamily="0" charset="0"/>
                <a:sym typeface="Arial" pitchFamily="0"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5pPr>
          </a:lstStyle>
          <a:p>
            <a:pPr algn="just" lvl="0"/>
            <a:r>
              <a:rPr altLang="en-US" sz="2800" lang="en-US"/>
              <a:t>Passive diffusion: water and small water soluble nutrients diffuse through the tiny pores of the mucosal membrane</a:t>
            </a:r>
          </a:p>
          <a:p>
            <a:pPr algn="just" lvl="0"/>
            <a:r>
              <a:rPr altLang="en-US" sz="2800" lang="en-US"/>
              <a:t>Active transport: nutrients, e.g. monosaccharides, amino acids, move across the mucosal membrane against a concentration gradient. This process is energy requiring and involves specific carrier systems</a:t>
            </a:r>
          </a:p>
          <a:p>
            <a:pPr algn="just" lvl="0"/>
            <a:r>
              <a:rPr altLang="en-US" sz="2800" lang="en-US"/>
              <a:t>Pinocytosis: this is a process during which the cell membrane forms a pocket and engulfs the molecule, incorporating it into the cell.</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1">
  <p:cSld>
    <p:spTree>
      <p:nvGrpSpPr>
        <p:cNvPr id="88" name=""/>
        <p:cNvGrpSpPr/>
        <p:nvPr/>
      </p:nvGrpSpPr>
      <p:grpSpPr>
        <a:xfrm rot="0">
          <a:off x="0" y="0"/>
          <a:ext cx="0" cy="0"/>
          <a:chOff x="0" y="0"/>
          <a:chExt cx="0" cy="0"/>
        </a:xfrm>
      </p:grpSpPr>
      <p:sp>
        <p:nvSpPr>
          <p:cNvPr id="1048711" name="Title 1"/>
          <p:cNvSpPr/>
          <p:nvPr>
            <p:ph type="title" sz="full" idx="0"/>
          </p:nvPr>
        </p:nvSpPr>
        <p:spPr>
          <a:xfrm rot="0">
            <a:off x="250825" y="274637"/>
            <a:ext cx="8435975" cy="8509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Arial" pitchFamily="0" charset="0"/>
                <a:ea typeface="Arial" pitchFamily="0" charset="0"/>
                <a:sym typeface="Arial" pitchFamily="0" charset="0"/>
              </a:defRPr>
            </a:lvl1pPr>
          </a:lstStyle>
          <a:p>
            <a:pPr lvl="0"/>
            <a:r>
              <a:rPr altLang="en-US" sz="3500" lang="en-US">
                <a:solidFill>
                  <a:srgbClr val="00B050"/>
                </a:solidFill>
              </a:rPr>
              <a:t>Absorption Metabolism of Carbohydrate, Proteins, &amp; Lipids</a:t>
            </a:r>
          </a:p>
        </p:txBody>
      </p:sp>
      <p:graphicFrame>
        <p:nvGraphicFramePr>
          <p:cNvPr id="4194307" name=""/>
          <p:cNvGraphicFramePr>
            <a:graphicFrameLocks/>
          </p:cNvGraphicFramePr>
          <p:nvPr/>
        </p:nvGraphicFramePr>
        <p:xfrm rot="0">
          <a:off x="179387" y="1125537"/>
          <a:ext cx="8569325" cy="5629275"/>
        </p:xfrm>
        <a:graphic>
          <a:graphicData uri="http://schemas.openxmlformats.org/drawingml/2006/table">
            <a:tbl>
              <a:tblPr/>
              <a:tblGrid>
                <a:gridCol w="1720850"/>
                <a:gridCol w="6848475"/>
              </a:tblGrid>
              <a:tr h="371475">
                <a:tc>
                  <a:txBody>
                    <a:bodyPr/>
                    <a:p>
                      <a:pPr algn="just" eaLnBrk="1" hangingPunct="1" lvl="0"/>
                      <a:r>
                        <a:rPr altLang="en-US" b="1" sz="1500" lang="en-US">
                          <a:solidFill>
                            <a:srgbClr val="002060"/>
                          </a:solidFill>
                        </a:rPr>
                        <a:t>Nutrients</a:t>
                      </a:r>
                    </a:p>
                  </a:txBody>
                  <a:tcPr marL="91444" marR="91444" marT="45725" marB="45725" anchor="t" vert="horz">
                    <a:lnL w="12700" cap="flat" cmpd="sng">
                      <a:solidFill>
                        <a:schemeClr val="lt1">
                          <a:alpha val="100000"/>
                        </a:schemeClr>
                      </a:solidFill>
                      <a:prstDash val="solid"/>
                      <a:round/>
                    </a:lnL>
                    <a:lnR w="12700" cap="flat" cmpd="sng">
                      <a:solidFill>
                        <a:schemeClr val="lt1">
                          <a:alpha val="100000"/>
                        </a:schemeClr>
                      </a:solidFill>
                      <a:prstDash val="solid"/>
                      <a:round/>
                    </a:lnR>
                    <a:lnT w="12700" cap="flat" cmpd="sng">
                      <a:solidFill>
                        <a:schemeClr val="lt1">
                          <a:alpha val="100000"/>
                        </a:schemeClr>
                      </a:solidFill>
                      <a:prstDash val="solid"/>
                      <a:round/>
                    </a:lnT>
                    <a:lnB w="38100" cap="flat" cmpd="sng">
                      <a:solidFill>
                        <a:schemeClr val="lt1">
                          <a:alpha val="100000"/>
                        </a:schemeClr>
                      </a:solidFill>
                      <a:prstDash val="solid"/>
                      <a:round/>
                    </a:lnB>
                    <a:solidFill>
                      <a:schemeClr val="accent1"/>
                    </a:solidFill>
                  </a:tcPr>
                </a:tc>
                <a:tc>
                  <a:txBody>
                    <a:bodyPr/>
                    <a:p>
                      <a:pPr algn="just" eaLnBrk="1" hangingPunct="1" lvl="0"/>
                      <a:r>
                        <a:rPr altLang="en-US" b="1" sz="1500" lang="en-US">
                          <a:solidFill>
                            <a:srgbClr val="002060"/>
                          </a:solidFill>
                        </a:rPr>
                        <a:t>Action</a:t>
                      </a:r>
                    </a:p>
                  </a:txBody>
                  <a:tcPr marL="91444" marR="91444" marT="45725" marB="45725" anchor="t" vert="horz">
                    <a:lnL w="12700" cap="flat" cmpd="sng">
                      <a:solidFill>
                        <a:schemeClr val="lt1">
                          <a:alpha val="100000"/>
                        </a:schemeClr>
                      </a:solidFill>
                      <a:prstDash val="solid"/>
                      <a:round/>
                    </a:lnL>
                    <a:lnR w="12700" cap="flat" cmpd="sng">
                      <a:solidFill>
                        <a:schemeClr val="lt1">
                          <a:alpha val="100000"/>
                        </a:schemeClr>
                      </a:solidFill>
                      <a:prstDash val="solid"/>
                      <a:round/>
                    </a:lnR>
                    <a:lnT w="12700" cap="flat" cmpd="sng">
                      <a:solidFill>
                        <a:schemeClr val="lt1">
                          <a:alpha val="100000"/>
                        </a:schemeClr>
                      </a:solidFill>
                      <a:prstDash val="solid"/>
                      <a:round/>
                    </a:lnT>
                    <a:lnB w="38100" cap="flat" cmpd="sng">
                      <a:solidFill>
                        <a:schemeClr val="lt1">
                          <a:alpha val="100000"/>
                        </a:schemeClr>
                      </a:solidFill>
                      <a:prstDash val="solid"/>
                      <a:round/>
                    </a:lnB>
                    <a:solidFill>
                      <a:schemeClr val="accent1"/>
                    </a:solidFill>
                  </a:tcPr>
                </a:tc>
              </a:tr>
              <a:tr h="1919287">
                <a:tc>
                  <a:txBody>
                    <a:bodyPr/>
                    <a:p>
                      <a:pPr algn="just" eaLnBrk="1" hangingPunct="1" lvl="0"/>
                      <a:r>
                        <a:rPr altLang="en-US" b="0" sz="1500" lang="en-US">
                          <a:solidFill>
                            <a:srgbClr val="000000"/>
                          </a:solidFill>
                        </a:rPr>
                        <a:t>Carbohydrate</a:t>
                      </a:r>
                    </a:p>
                  </a:txBody>
                  <a:tcPr marL="91444" marR="91444" marT="45725" marB="45725" anchor="t" vert="horz">
                    <a:lnL w="12700" cap="flat" cmpd="sng">
                      <a:solidFill>
                        <a:schemeClr val="lt1">
                          <a:alpha val="100000"/>
                        </a:schemeClr>
                      </a:solidFill>
                      <a:prstDash val="solid"/>
                      <a:round/>
                    </a:lnL>
                    <a:lnR w="12700" cap="flat" cmpd="sng">
                      <a:solidFill>
                        <a:schemeClr val="lt1">
                          <a:alpha val="100000"/>
                        </a:schemeClr>
                      </a:solidFill>
                      <a:prstDash val="solid"/>
                      <a:round/>
                    </a:lnR>
                    <a:lnT w="38100" cap="flat" cmpd="sng">
                      <a:solidFill>
                        <a:schemeClr val="lt1">
                          <a:alpha val="100000"/>
                        </a:schemeClr>
                      </a:solidFill>
                      <a:prstDash val="solid"/>
                      <a:round/>
                    </a:lnT>
                    <a:lnB w="12700" cap="flat" cmpd="sng">
                      <a:solidFill>
                        <a:schemeClr val="lt1">
                          <a:alpha val="100000"/>
                        </a:schemeClr>
                      </a:solidFill>
                      <a:prstDash val="solid"/>
                      <a:round/>
                    </a:lnB>
                    <a:solidFill>
                      <a:srgbClr val="E7F3F4"/>
                    </a:solidFill>
                  </a:tcPr>
                </a:tc>
                <a:tc>
                  <a:txBody>
                    <a:bodyPr/>
                    <a:p>
                      <a:pPr algn="just" eaLnBrk="1" hangingPunct="1" lvl="0"/>
                      <a:r>
                        <a:rPr altLang="en-US" b="0" sz="1500" lang="en-US">
                          <a:solidFill>
                            <a:srgbClr val="000000"/>
                          </a:solidFill>
                        </a:rPr>
                        <a:t>Glucose and monosaccharides enter the capillaries of the portal vein and are transported to the liver</a:t>
                      </a:r>
                    </a:p>
                    <a:p>
                      <a:pPr algn="just" eaLnBrk="1" hangingPunct="1" lvl="0"/>
                      <a:r>
                        <a:rPr altLang="en-US" b="0" sz="1500" lang="en-US">
                          <a:solidFill>
                            <a:srgbClr val="000000"/>
                          </a:solidFill>
                        </a:rPr>
                        <a:t>The liver act as a ‘buffer’ maintaining the blood glucose level</a:t>
                      </a:r>
                    </a:p>
                    <a:p>
                      <a:pPr algn="just" eaLnBrk="1" hangingPunct="1" lvl="0"/>
                      <a:r>
                        <a:rPr altLang="en-US" b="0" sz="1500" lang="en-US">
                          <a:solidFill>
                            <a:srgbClr val="000000"/>
                          </a:solidFill>
                        </a:rPr>
                        <a:t>When the blood glucose level is low, glycogen is broken down to glucose by the liver</a:t>
                      </a:r>
                    </a:p>
                    <a:p>
                      <a:pPr algn="just" eaLnBrk="1" hangingPunct="1" lvl="0"/>
                      <a:r>
                        <a:rPr altLang="en-US" b="0" sz="1500" lang="en-US">
                          <a:solidFill>
                            <a:srgbClr val="000000"/>
                          </a:solidFill>
                        </a:rPr>
                        <a:t>Glucose can also be produced from proteins and glycerol (from fats). This process is called gluconeogenesis</a:t>
                      </a:r>
                    </a:p>
                    <a:p>
                      <a:pPr algn="just" eaLnBrk="1" hangingPunct="1" lvl="0"/>
                      <a:r>
                        <a:rPr altLang="en-US" b="0" sz="1500" lang="en-US">
                          <a:solidFill>
                            <a:srgbClr val="000000"/>
                          </a:solidFill>
                        </a:rPr>
                        <a:t>Glucose serves as a major source of energy for the cells of the body</a:t>
                      </a:r>
                    </a:p>
                  </a:txBody>
                  <a:tcPr marL="91444" marR="91444" marT="45725" marB="45725" anchor="t" vert="horz">
                    <a:lnL w="12700" cap="flat" cmpd="sng">
                      <a:solidFill>
                        <a:schemeClr val="lt1">
                          <a:alpha val="100000"/>
                        </a:schemeClr>
                      </a:solidFill>
                      <a:prstDash val="solid"/>
                      <a:round/>
                    </a:lnL>
                    <a:lnR w="12700" cap="flat" cmpd="sng">
                      <a:solidFill>
                        <a:schemeClr val="lt1">
                          <a:alpha val="100000"/>
                        </a:schemeClr>
                      </a:solidFill>
                      <a:prstDash val="solid"/>
                      <a:round/>
                    </a:lnR>
                    <a:lnT w="38100" cap="flat" cmpd="sng">
                      <a:solidFill>
                        <a:schemeClr val="lt1">
                          <a:alpha val="100000"/>
                        </a:schemeClr>
                      </a:solidFill>
                      <a:prstDash val="solid"/>
                      <a:round/>
                    </a:lnT>
                    <a:lnB w="12700" cap="flat" cmpd="sng">
                      <a:solidFill>
                        <a:schemeClr val="lt1">
                          <a:alpha val="100000"/>
                        </a:schemeClr>
                      </a:solidFill>
                      <a:prstDash val="solid"/>
                      <a:round/>
                    </a:lnB>
                    <a:solidFill>
                      <a:srgbClr val="E7F3F4"/>
                    </a:solidFill>
                  </a:tcPr>
                </a:tc>
              </a:tr>
              <a:tr h="2149475">
                <a:tc>
                  <a:txBody>
                    <a:bodyPr/>
                    <a:p>
                      <a:pPr algn="just" eaLnBrk="1" hangingPunct="1" lvl="0"/>
                      <a:r>
                        <a:rPr altLang="en-US" b="0" sz="1500" lang="en-US">
                          <a:solidFill>
                            <a:srgbClr val="000000"/>
                          </a:solidFill>
                        </a:rPr>
                        <a:t>Proteins</a:t>
                      </a:r>
                    </a:p>
                  </a:txBody>
                  <a:tcPr marL="91444" marR="91444" marT="45725" marB="45725" anchor="t" vert="horz">
                    <a:lnL w="12700" cap="flat" cmpd="sng">
                      <a:solidFill>
                        <a:schemeClr val="lt1">
                          <a:alpha val="100000"/>
                        </a:schemeClr>
                      </a:solidFill>
                      <a:prstDash val="solid"/>
                      <a:round/>
                    </a:lnL>
                    <a:lnR w="12700" cap="flat" cmpd="sng">
                      <a:solidFill>
                        <a:schemeClr val="lt1">
                          <a:alpha val="100000"/>
                        </a:schemeClr>
                      </a:solidFill>
                      <a:prstDash val="solid"/>
                      <a:round/>
                    </a:lnR>
                    <a:lnT w="12700" cap="flat" cmpd="sng">
                      <a:solidFill>
                        <a:schemeClr val="lt1">
                          <a:alpha val="100000"/>
                        </a:schemeClr>
                      </a:solidFill>
                      <a:prstDash val="solid"/>
                      <a:round/>
                    </a:lnT>
                    <a:lnB w="12700" cap="flat" cmpd="sng">
                      <a:solidFill>
                        <a:schemeClr val="lt1">
                          <a:alpha val="100000"/>
                        </a:schemeClr>
                      </a:solidFill>
                      <a:prstDash val="solid"/>
                      <a:round/>
                    </a:lnB>
                    <a:solidFill>
                      <a:srgbClr val="F3F9FA"/>
                    </a:solidFill>
                  </a:tcPr>
                </a:tc>
                <a:tc>
                  <a:txBody>
                    <a:bodyPr/>
                    <a:p>
                      <a:pPr algn="just" eaLnBrk="1" hangingPunct="1" lvl="0"/>
                      <a:r>
                        <a:rPr altLang="en-US" b="0" sz="1500" lang="en-US">
                          <a:solidFill>
                            <a:srgbClr val="000000"/>
                          </a:solidFill>
                        </a:rPr>
                        <a:t>Amino acids enter the capillaries of the portal vein and are transported to the liver. The liver dictates the metabolic fate of these amino acids</a:t>
                      </a:r>
                    </a:p>
                    <a:p>
                      <a:pPr algn="just" eaLnBrk="1" hangingPunct="1" lvl="0"/>
                      <a:r>
                        <a:rPr altLang="en-US" b="0" sz="1500" lang="en-US">
                          <a:solidFill>
                            <a:srgbClr val="000000"/>
                          </a:solidFill>
                        </a:rPr>
                        <a:t>Some amino acids are used to synthesise plasma protein, while others enter the circulation as free amino acids</a:t>
                      </a:r>
                    </a:p>
                    <a:p>
                      <a:pPr algn="just" eaLnBrk="1" hangingPunct="1" lvl="0"/>
                      <a:r>
                        <a:rPr altLang="en-US" b="0" sz="1500" lang="en-US">
                          <a:solidFill>
                            <a:srgbClr val="000000"/>
                          </a:solidFill>
                        </a:rPr>
                        <a:t>The various cells in the body use the amino acids to synthesise a variety of enzymes and chemical substances</a:t>
                      </a:r>
                    </a:p>
                    <a:p>
                      <a:pPr algn="just" eaLnBrk="1" hangingPunct="1" lvl="0"/>
                      <a:r>
                        <a:rPr altLang="en-US" b="0" sz="1500" lang="en-US">
                          <a:solidFill>
                            <a:srgbClr val="000000"/>
                          </a:solidFill>
                        </a:rPr>
                        <a:t>All through life the proteins in the body are in a process of breakdown (catabolism) and resynthesis (anabolism). This process is called protein turnover.</a:t>
                      </a:r>
                    </a:p>
                  </a:txBody>
                  <a:tcPr marL="91444" marR="91444" marT="45725" marB="45725" anchor="t" vert="horz">
                    <a:lnL w="12700" cap="flat" cmpd="sng">
                      <a:solidFill>
                        <a:schemeClr val="lt1">
                          <a:alpha val="100000"/>
                        </a:schemeClr>
                      </a:solidFill>
                      <a:prstDash val="solid"/>
                      <a:round/>
                    </a:lnL>
                    <a:lnR w="12700" cap="flat" cmpd="sng">
                      <a:solidFill>
                        <a:schemeClr val="lt1">
                          <a:alpha val="100000"/>
                        </a:schemeClr>
                      </a:solidFill>
                      <a:prstDash val="solid"/>
                      <a:round/>
                    </a:lnR>
                    <a:lnT w="12700" cap="flat" cmpd="sng">
                      <a:solidFill>
                        <a:schemeClr val="lt1">
                          <a:alpha val="100000"/>
                        </a:schemeClr>
                      </a:solidFill>
                      <a:prstDash val="solid"/>
                      <a:round/>
                    </a:lnT>
                    <a:lnB w="12700" cap="flat" cmpd="sng">
                      <a:solidFill>
                        <a:schemeClr val="lt1">
                          <a:alpha val="100000"/>
                        </a:schemeClr>
                      </a:solidFill>
                      <a:prstDash val="solid"/>
                      <a:round/>
                    </a:lnB>
                    <a:solidFill>
                      <a:srgbClr val="F3F9FA"/>
                    </a:solidFill>
                  </a:tcPr>
                </a:tc>
              </a:tr>
              <a:tr h="1189037">
                <a:tc>
                  <a:txBody>
                    <a:bodyPr/>
                    <a:p>
                      <a:pPr algn="just" eaLnBrk="1" hangingPunct="1" lvl="0"/>
                      <a:r>
                        <a:rPr altLang="en-US" b="0" sz="1500" lang="en-US">
                          <a:solidFill>
                            <a:srgbClr val="000000"/>
                          </a:solidFill>
                        </a:rPr>
                        <a:t>Lipids</a:t>
                      </a:r>
                    </a:p>
                  </a:txBody>
                  <a:tcPr marL="91444" marR="91444" marT="45725" marB="45725" anchor="t" vert="horz">
                    <a:lnL w="12700" cap="flat" cmpd="sng">
                      <a:solidFill>
                        <a:schemeClr val="lt1">
                          <a:alpha val="100000"/>
                        </a:schemeClr>
                      </a:solidFill>
                      <a:prstDash val="solid"/>
                      <a:round/>
                    </a:lnL>
                    <a:lnR w="12700" cap="flat" cmpd="sng">
                      <a:solidFill>
                        <a:schemeClr val="lt1">
                          <a:alpha val="100000"/>
                        </a:schemeClr>
                      </a:solidFill>
                      <a:prstDash val="solid"/>
                      <a:round/>
                    </a:lnR>
                    <a:lnT w="12700" cap="flat" cmpd="sng">
                      <a:solidFill>
                        <a:schemeClr val="lt1">
                          <a:alpha val="100000"/>
                        </a:schemeClr>
                      </a:solidFill>
                      <a:prstDash val="solid"/>
                      <a:round/>
                    </a:lnT>
                    <a:lnB w="12700" cap="flat" cmpd="sng">
                      <a:solidFill>
                        <a:schemeClr val="lt1">
                          <a:alpha val="100000"/>
                        </a:schemeClr>
                      </a:solidFill>
                      <a:prstDash val="solid"/>
                      <a:round/>
                    </a:lnB>
                    <a:solidFill>
                      <a:srgbClr val="E7F3F4"/>
                    </a:solidFill>
                  </a:tcPr>
                </a:tc>
                <a:tc>
                  <a:txBody>
                    <a:bodyPr/>
                    <a:p>
                      <a:pPr algn="just" eaLnBrk="1" hangingPunct="1" lvl="0"/>
                      <a:r>
                        <a:rPr altLang="en-US" b="0" sz="1500" lang="en-US">
                          <a:solidFill>
                            <a:srgbClr val="000000"/>
                          </a:solidFill>
                        </a:rPr>
                        <a:t>The absorbed fat is transported via either the portal vein or the lymphatic system. The liver and adipose tissue are in close interaction. With excess energy intake triglycerides are synthesised (lipogenesis) and stored in the adipose tissue; when there is a demand for energy, lipolysis occurs.</a:t>
                      </a:r>
                    </a:p>
                  </a:txBody>
                  <a:tcPr marL="91444" marR="91444" marT="45725" marB="45725" anchor="t" vert="horz">
                    <a:lnL w="12700" cap="flat" cmpd="sng">
                      <a:solidFill>
                        <a:schemeClr val="lt1">
                          <a:alpha val="100000"/>
                        </a:schemeClr>
                      </a:solidFill>
                      <a:prstDash val="solid"/>
                      <a:round/>
                    </a:lnL>
                    <a:lnR w="12700" cap="flat" cmpd="sng">
                      <a:solidFill>
                        <a:schemeClr val="lt1">
                          <a:alpha val="100000"/>
                        </a:schemeClr>
                      </a:solidFill>
                      <a:prstDash val="solid"/>
                      <a:round/>
                    </a:lnR>
                    <a:lnT w="12700" cap="flat" cmpd="sng">
                      <a:solidFill>
                        <a:schemeClr val="lt1">
                          <a:alpha val="100000"/>
                        </a:schemeClr>
                      </a:solidFill>
                      <a:prstDash val="solid"/>
                      <a:round/>
                    </a:lnT>
                    <a:lnB w="12700" cap="flat" cmpd="sng">
                      <a:solidFill>
                        <a:schemeClr val="lt1">
                          <a:alpha val="100000"/>
                        </a:schemeClr>
                      </a:solidFill>
                      <a:prstDash val="solid"/>
                      <a:round/>
                    </a:lnB>
                    <a:solidFill>
                      <a:srgbClr val="E7F3F4"/>
                    </a:solidFill>
                  </a:tcPr>
                </a:tc>
              </a:tr>
            </a:tbl>
          </a:graphicData>
        </a:graphic>
      </p:graphicFrame>
    </p:spTree>
  </p:cSld>
  <p:clrMapOvr>
    <a:masterClrMapping/>
  </p:clrMapOvr>
</p:sld>
</file>

<file path=ppt/theme/theme1.xml><?xml version="1.0" encoding="utf-8"?>
<a:theme xmlns:a="http://schemas.openxmlformats.org/drawingml/2006/main" name="Office 主题">
  <a:themeElements>
    <a:clrScheme name="Default Color Scheme">
      <a:dk1>
        <a:srgbClr val="000000"/>
      </a:dk1>
      <a:lt1>
        <a:srgbClr val="FFFFFF"/>
      </a:lt1>
      <a:dk2>
        <a:srgbClr val="808080"/>
      </a:dk2>
      <a:lt2>
        <a:srgbClr val="00000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Default Color Scheme 1">
        <a:dk1>
          <a:srgbClr val="000000"/>
        </a:dk1>
        <a:lt1>
          <a:srgbClr val="FFFFFF"/>
        </a:lt1>
        <a:dk2>
          <a:srgbClr val="808080"/>
        </a:dk2>
        <a:lt2>
          <a:srgbClr val="00000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extraClrScheme>
    <a:extraClrScheme>
      <a:clrScheme name="Default Color Scheme 2">
        <a:dk1>
          <a:srgbClr val="000000"/>
        </a:dk1>
        <a:lt1>
          <a:srgbClr val="FFFFFF"/>
        </a:lt1>
        <a:dk2>
          <a:srgbClr val="969696"/>
        </a:dk2>
        <a:lt2>
          <a:srgbClr val="000000"/>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extraClrScheme>
    <a:extraClrScheme>
      <a:clrScheme name="Default Color Scheme 3">
        <a:dk1>
          <a:srgbClr val="000000"/>
        </a:dk1>
        <a:lt1>
          <a:srgbClr val="FFFFFF"/>
        </a:lt1>
        <a:dk2>
          <a:srgbClr val="808080"/>
        </a:dk2>
        <a:lt2>
          <a:srgbClr val="00000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extraClrScheme>
    <a:extraClrScheme>
      <a:clrScheme name="Default Color Scheme 4">
        <a:dk1>
          <a:srgbClr val="000000"/>
        </a:dk1>
        <a:lt1>
          <a:srgbClr val="DEF6F1"/>
        </a:lt1>
        <a:dk2>
          <a:srgbClr val="969696"/>
        </a:dk2>
        <a:lt2>
          <a:srgbClr val="000000"/>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extraClrScheme>
    <a:extraClrScheme>
      <a:clrScheme name="Default Color Scheme 5">
        <a:dk1>
          <a:srgbClr val="000000"/>
        </a:dk1>
        <a:lt1>
          <a:srgbClr val="FFFFD9"/>
        </a:lt1>
        <a:dk2>
          <a:srgbClr val="777777"/>
        </a:dk2>
        <a:lt2>
          <a:srgbClr val="000000"/>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extraClrScheme>
    <a:extraClrScheme>
      <a:clrScheme name="Default Color Scheme 6">
        <a:dk1>
          <a:srgbClr val="FFFFFF"/>
        </a:dk1>
        <a:lt1>
          <a:srgbClr val="008080"/>
        </a:lt1>
        <a:dk2>
          <a:srgbClr val="005A58"/>
        </a:dk2>
        <a:lt2>
          <a:srgbClr val="FFFF99"/>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extraClrScheme>
    <a:extraClrScheme>
      <a:clrScheme name="Default Color Scheme 7">
        <a:dk1>
          <a:srgbClr val="FFFFFF"/>
        </a:dk1>
        <a:lt1>
          <a:srgbClr val="800000"/>
        </a:lt1>
        <a:dk2>
          <a:srgbClr val="5C1F00"/>
        </a:dk2>
        <a:lt2>
          <a:srgbClr val="DFD293"/>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extraClrScheme>
    <a:extraClrScheme>
      <a:clrScheme name="Default Color Scheme 8">
        <a:dk1>
          <a:srgbClr val="FFFFFF"/>
        </a:dk1>
        <a:lt1>
          <a:srgbClr val="000099"/>
        </a:lt1>
        <a:dk2>
          <a:srgbClr val="003366"/>
        </a:dk2>
        <a:lt2>
          <a:srgbClr val="CCFFFF"/>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extraClrScheme>
    <a:extraClrScheme>
      <a:clrScheme name="Default Color Scheme 9">
        <a:dk1>
          <a:srgbClr val="FFFFFF"/>
        </a:dk1>
        <a:lt1>
          <a:srgbClr val="000000"/>
        </a:lt1>
        <a:dk2>
          <a:srgbClr val="336699"/>
        </a:dk2>
        <a:lt2>
          <a:srgbClr val="E3EBF1"/>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extraClrScheme>
    <a:extraClrScheme>
      <a:clrScheme name="Default Color Scheme 10">
        <a:dk1>
          <a:srgbClr val="FFFFFF"/>
        </a:dk1>
        <a:lt1>
          <a:srgbClr val="686B5D"/>
        </a:lt1>
        <a:dk2>
          <a:srgbClr val="777777"/>
        </a:dk2>
        <a:lt2>
          <a:srgbClr val="D1D1CB"/>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extraClrScheme>
    <a:extraClrScheme>
      <a:clrScheme name="Default Color Scheme 11">
        <a:dk1>
          <a:srgbClr val="FFFFFF"/>
        </a:dk1>
        <a:lt1>
          <a:srgbClr val="666699"/>
        </a:lt1>
        <a:dk2>
          <a:srgbClr val="3E3E5C"/>
        </a:dk2>
        <a:lt2>
          <a:srgbClr val="FFFFFF"/>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extraClrScheme>
    <a:extraClrScheme>
      <a:clrScheme name="Default Color Scheme 12">
        <a:dk1>
          <a:srgbClr val="FFFFFF"/>
        </a:dk1>
        <a:lt1>
          <a:srgbClr val="523E26"/>
        </a:lt1>
        <a:dk2>
          <a:srgbClr val="2D2015"/>
        </a:dk2>
        <a:lt2>
          <a:srgbClr val="DFC08D"/>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extraClrScheme>
  </a:extraClrSchemeLst>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3.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ScaleCrop>0</ScaleCrop>
  <LinksUpToDate>0</LinksUpToDate>
</Properties>
</file>

<file path=docProps/core.xml><?xml version="1.0" encoding="utf-8"?>
<cp:coreProperties xmlns:cp="http://schemas.openxmlformats.org/package/2006/metadata/core-properties" xmlns:dc="http://purl.org/dc/elements/1.1/" xmlns:dcterms="http://purl.org/dc/terms/" xmlns:xsi="http://www.w3.org/2001/XMLSchema-instance">
  <dc:title>NUTRITION</dc:title>
  <dc:creator>Bernie</dc:creator>
  <cp:lastModifiedBy>USER</cp:lastModifiedBy>
  <dcterms:created xsi:type="dcterms:W3CDTF">2011-04-04T07:18:07Z</dcterms:created>
  <dcterms:modified xsi:type="dcterms:W3CDTF">2024-12-18T14:37:12Z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5f485b5f1a924fe498f76cd22bec2783</vt:lpwstr>
  </property>
</Properties>
</file>